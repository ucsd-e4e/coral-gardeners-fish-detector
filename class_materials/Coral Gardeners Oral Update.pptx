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Teko SemiBold"/>
      <p:regular r:id="rId15"/>
      <p:bold r:id="rId16"/>
    </p:embeddedFont>
    <p:embeddedFont>
      <p:font typeface="Teko"/>
      <p:bold r:id="rId17"/>
    </p:embeddedFont>
    <p:embeddedFont>
      <p:font typeface="Source Sans 3 SemiBold"/>
      <p:regular r:id="rId18"/>
      <p:bold r:id="rId19"/>
      <p:italic r:id="rId20"/>
      <p:boldItalic r:id="rId21"/>
    </p:embeddedFont>
    <p:embeddedFont>
      <p:font typeface="Source Sans 3 Medium"/>
      <p:regular r:id="rId22"/>
      <p:bold r:id="rId23"/>
      <p:italic r:id="rId24"/>
      <p:boldItalic r:id="rId25"/>
    </p:embeddedFont>
    <p:embeddedFont>
      <p:font typeface="Source Sans 3"/>
      <p:regular r:id="rId26"/>
      <p:bold r:id="rId27"/>
      <p:italic r:id="rId28"/>
      <p:boldItalic r:id="rId29"/>
    </p:embeddedFont>
    <p:embeddedFont>
      <p:font typeface="Teko Medium"/>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Sans3SemiBold-italic.fntdata"/><Relationship Id="rId22" Type="http://schemas.openxmlformats.org/officeDocument/2006/relationships/font" Target="fonts/SourceSans3Medium-regular.fntdata"/><Relationship Id="rId21" Type="http://schemas.openxmlformats.org/officeDocument/2006/relationships/font" Target="fonts/SourceSans3SemiBold-boldItalic.fntdata"/><Relationship Id="rId24" Type="http://schemas.openxmlformats.org/officeDocument/2006/relationships/font" Target="fonts/SourceSans3Medium-italic.fntdata"/><Relationship Id="rId23" Type="http://schemas.openxmlformats.org/officeDocument/2006/relationships/font" Target="fonts/SourceSans3Medium-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3-regular.fntdata"/><Relationship Id="rId25" Type="http://schemas.openxmlformats.org/officeDocument/2006/relationships/font" Target="fonts/SourceSans3Medium-boldItalic.fntdata"/><Relationship Id="rId28" Type="http://schemas.openxmlformats.org/officeDocument/2006/relationships/font" Target="fonts/SourceSans3-italic.fntdata"/><Relationship Id="rId27" Type="http://schemas.openxmlformats.org/officeDocument/2006/relationships/font" Target="fonts/SourceSans3-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ans3-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TekoMedium-bold.fntdata"/><Relationship Id="rId30" Type="http://schemas.openxmlformats.org/officeDocument/2006/relationships/font" Target="fonts/TekoMedium-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TekoSemiBold-regular.fntdata"/><Relationship Id="rId14" Type="http://schemas.openxmlformats.org/officeDocument/2006/relationships/slide" Target="slides/slide9.xml"/><Relationship Id="rId17" Type="http://schemas.openxmlformats.org/officeDocument/2006/relationships/font" Target="fonts/Teko-bold.fntdata"/><Relationship Id="rId16" Type="http://schemas.openxmlformats.org/officeDocument/2006/relationships/font" Target="fonts/TekoSemiBold-bold.fntdata"/><Relationship Id="rId19" Type="http://schemas.openxmlformats.org/officeDocument/2006/relationships/font" Target="fonts/SourceSans3SemiBold-bold.fntdata"/><Relationship Id="rId18" Type="http://schemas.openxmlformats.org/officeDocument/2006/relationships/font" Target="fonts/SourceSans3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1pPr>
            <a:lvl2pPr indent="-228600" lvl="1" marL="9144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2pPr>
            <a:lvl3pPr indent="-228600" lvl="2" marL="13716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3pPr>
            <a:lvl4pPr indent="-228600" lvl="3" marL="18288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4pPr>
            <a:lvl5pPr indent="-228600" lvl="4" marL="22860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5pPr>
            <a:lvl6pPr indent="-228600" lvl="5" marL="27432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6pPr>
            <a:lvl7pPr indent="-228600" lvl="6" marL="32004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7pPr>
            <a:lvl8pPr indent="-228600" lvl="7" marL="36576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8pPr>
            <a:lvl9pPr indent="-228600" lvl="8" marL="4114800" marR="0" rtl="0" algn="l">
              <a:lnSpc>
                <a:spcPct val="117999"/>
              </a:lnSpc>
              <a:spcBef>
                <a:spcPts val="0"/>
              </a:spcBef>
              <a:spcAft>
                <a:spcPts val="0"/>
              </a:spcAft>
              <a:buSzPts val="1400"/>
              <a:buNone/>
              <a:defRPr b="0" i="0" sz="825" u="none" cap="none" strike="noStrike">
                <a:latin typeface="Source Sans 3"/>
                <a:ea typeface="Source Sans 3"/>
                <a:cs typeface="Source Sans 3"/>
                <a:sym typeface="Source Sans 3"/>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50107b0fa7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50107b0fa7_0_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50107b0fa7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50107b0fa7_0_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00"/>
              <a:t>FOR OVERVIEW MENTION WHAT SAM3 IS AND WHAT RF_DETR IS:</a:t>
            </a:r>
            <a:br>
              <a:rPr lang="en-US" sz="2000"/>
            </a:br>
            <a:br>
              <a:rPr lang="en-US" sz="2000"/>
            </a:br>
            <a:r>
              <a:rPr lang="en-US" sz="2000"/>
              <a:t>RF_DETR - transformer-based segmentation model that does great at domain adaptation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100"/>
              <a:t>SAM3 - Metas AI foundation model </a:t>
            </a:r>
            <a:r>
              <a:rPr lang="en-US" sz="2100"/>
              <a:t>designed for detecting, segmenting, and tracking objects in images</a:t>
            </a:r>
            <a:r>
              <a:rPr lang="en-US" sz="2000"/>
              <a:t> </a:t>
            </a:r>
            <a:endParaRPr sz="2000"/>
          </a:p>
          <a:p>
            <a:pPr indent="0" lvl="0" marL="0" rtl="0" algn="l">
              <a:lnSpc>
                <a:spcPct val="115000"/>
              </a:lnSpc>
              <a:spcBef>
                <a:spcPts val="1200"/>
              </a:spcBef>
              <a:spcAft>
                <a:spcPts val="1200"/>
              </a:spcAft>
              <a:buClr>
                <a:schemeClr val="dk1"/>
              </a:buClr>
              <a:buSzPts val="1100"/>
              <a:buFont typeface="Arial"/>
              <a:buNone/>
            </a:pPr>
            <a:r>
              <a:rPr lang="en-US" sz="2000">
                <a:solidFill>
                  <a:schemeClr val="dk1"/>
                </a:solidFill>
                <a:latin typeface="Arial"/>
                <a:ea typeface="Arial"/>
                <a:cs typeface="Arial"/>
                <a:sym typeface="Arial"/>
              </a:rPr>
              <a:t>BioCLIP is a biology-focused image classification model</a:t>
            </a:r>
            <a:endParaRPr sz="20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0107b0fa7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0107b0fa7_0_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725"/>
              <a:t>Objectives:</a:t>
            </a:r>
            <a:endParaRPr sz="1725"/>
          </a:p>
          <a:p>
            <a:pPr indent="-374650" lvl="0" marL="457200" rtl="0" algn="l">
              <a:spcBef>
                <a:spcPts val="0"/>
              </a:spcBef>
              <a:spcAft>
                <a:spcPts val="0"/>
              </a:spcAft>
              <a:buSzPts val="2300"/>
              <a:buChar char="-"/>
            </a:pPr>
            <a:r>
              <a:rPr lang="en-US" sz="1725"/>
              <a:t>This quarter our goal is to build an end to end fish segmentation and classification </a:t>
            </a:r>
            <a:r>
              <a:rPr lang="en-US" sz="1725"/>
              <a:t>pipeline and evaluate it.</a:t>
            </a:r>
            <a:endParaRPr sz="1725"/>
          </a:p>
          <a:p>
            <a:pPr indent="0" lvl="0" marL="0" rtl="0" algn="l">
              <a:spcBef>
                <a:spcPts val="0"/>
              </a:spcBef>
              <a:spcAft>
                <a:spcPts val="0"/>
              </a:spcAft>
              <a:buNone/>
            </a:pPr>
            <a:r>
              <a:rPr lang="en-US" sz="1725"/>
              <a:t>Deliverables: </a:t>
            </a:r>
            <a:endParaRPr sz="1725"/>
          </a:p>
          <a:p>
            <a:pPr indent="-374650" lvl="0" marL="457200" rtl="0" algn="l">
              <a:spcBef>
                <a:spcPts val="0"/>
              </a:spcBef>
              <a:spcAft>
                <a:spcPts val="0"/>
              </a:spcAft>
              <a:buSzPts val="2300"/>
              <a:buChar char="-"/>
            </a:pPr>
            <a:r>
              <a:rPr lang="en-US" sz="1725"/>
              <a:t>A fully functional python package, with detection and classification models, and evaluation results on datasets like Deepfish and Moorea datasets, with proper documentation.</a:t>
            </a:r>
            <a:endParaRPr sz="1725"/>
          </a:p>
          <a:p>
            <a:pPr indent="0" lvl="0" marL="0" rtl="0" algn="l">
              <a:spcBef>
                <a:spcPts val="0"/>
              </a:spcBef>
              <a:spcAft>
                <a:spcPts val="0"/>
              </a:spcAft>
              <a:buNone/>
            </a:pPr>
            <a:r>
              <a:rPr lang="en-US" sz="1725"/>
              <a:t>Milestones: </a:t>
            </a:r>
            <a:endParaRPr sz="1725"/>
          </a:p>
          <a:p>
            <a:pPr indent="-374650" lvl="0" marL="457200" rtl="0" algn="l">
              <a:spcBef>
                <a:spcPts val="0"/>
              </a:spcBef>
              <a:spcAft>
                <a:spcPts val="0"/>
              </a:spcAft>
              <a:buSzPts val="2300"/>
              <a:buChar char="-"/>
            </a:pPr>
            <a:r>
              <a:rPr lang="en-US" sz="1725"/>
              <a:t>¾ finish baseline system, ⅚ </a:t>
            </a:r>
            <a:r>
              <a:rPr lang="en-US" sz="1725"/>
              <a:t>finished</a:t>
            </a:r>
            <a:r>
              <a:rPr lang="en-US" sz="1725"/>
              <a:t> MVP system ⅞ </a:t>
            </a:r>
            <a:r>
              <a:rPr lang="en-US" sz="1725"/>
              <a:t>tackling</a:t>
            </a:r>
            <a:r>
              <a:rPr lang="en-US" sz="1725"/>
              <a:t> most pressing key problem which  (data pre-procssing alter inputs) , last finalizing the system and writing </a:t>
            </a:r>
            <a:r>
              <a:rPr lang="en-US" sz="1725"/>
              <a:t>documentation.</a:t>
            </a:r>
            <a:endParaRPr sz="1725"/>
          </a:p>
          <a:p>
            <a:pPr indent="0" lvl="0" marL="0" rtl="0" algn="l">
              <a:spcBef>
                <a:spcPts val="0"/>
              </a:spcBef>
              <a:spcAft>
                <a:spcPts val="0"/>
              </a:spcAft>
              <a:buNone/>
            </a:pPr>
            <a:r>
              <a:rPr lang="en-US" sz="1725"/>
              <a:t>Overall Project: how this  fits into the overall project is that </a:t>
            </a:r>
            <a:endParaRPr sz="1725"/>
          </a:p>
          <a:p>
            <a:pPr indent="-374650" lvl="0" marL="457200" rtl="0" algn="l">
              <a:spcBef>
                <a:spcPts val="0"/>
              </a:spcBef>
              <a:spcAft>
                <a:spcPts val="0"/>
              </a:spcAft>
              <a:buSzPts val="2300"/>
              <a:buChar char="-"/>
            </a:pPr>
            <a:r>
              <a:rPr lang="en-US" sz="1725"/>
              <a:t>Together, with these milestones will support on creating a reliable system that would segment and classify fish. </a:t>
            </a:r>
            <a:endParaRPr sz="1725"/>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6370fc4e6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6370fc4e6_0_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025"/>
              <a:t>Failures - not accurately labeled dataset, domain shift </a:t>
            </a:r>
            <a:endParaRPr sz="2025"/>
          </a:p>
          <a:p>
            <a:pPr indent="0" lvl="0" marL="0" rtl="0" algn="l">
              <a:spcBef>
                <a:spcPts val="0"/>
              </a:spcBef>
              <a:spcAft>
                <a:spcPts val="0"/>
              </a:spcAft>
              <a:buNone/>
            </a:pPr>
            <a:r>
              <a:rPr lang="en-US" sz="2025"/>
              <a:t>Improved performance by using AI models and </a:t>
            </a:r>
            <a:r>
              <a:rPr lang="en-US" sz="2025"/>
              <a:t>pipeline adaptation, model comparison, threshold tuning, data preprocessing </a:t>
            </a:r>
            <a:endParaRPr sz="2025"/>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7b913263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7b913263f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74650" lvl="0" marL="457200" rtl="0" algn="l">
              <a:lnSpc>
                <a:spcPct val="100000"/>
              </a:lnSpc>
              <a:spcBef>
                <a:spcPts val="0"/>
              </a:spcBef>
              <a:spcAft>
                <a:spcPts val="0"/>
              </a:spcAft>
              <a:buSzPts val="2300"/>
              <a:buChar char="●"/>
            </a:pPr>
            <a:r>
              <a:rPr lang="en-US" sz="1725"/>
              <a:t>This is an example image from the dataset provided to us by coral gardeners. </a:t>
            </a:r>
            <a:endParaRPr sz="1725"/>
          </a:p>
          <a:p>
            <a:pPr indent="-374650" lvl="0" marL="457200" rtl="0" algn="l">
              <a:lnSpc>
                <a:spcPct val="100000"/>
              </a:lnSpc>
              <a:spcBef>
                <a:spcPts val="0"/>
              </a:spcBef>
              <a:spcAft>
                <a:spcPts val="0"/>
              </a:spcAft>
              <a:buSzPts val="2300"/>
              <a:buChar char="●"/>
            </a:pPr>
            <a:r>
              <a:rPr lang="en-US" sz="1725"/>
              <a:t>Most of them are mislabeled and fish species are either named ‘fish’ or one of 4 species that they had.</a:t>
            </a:r>
            <a:endParaRPr sz="1725"/>
          </a:p>
          <a:p>
            <a:pPr indent="-374650" lvl="0" marL="457200" rtl="0" algn="l">
              <a:lnSpc>
                <a:spcPct val="100000"/>
              </a:lnSpc>
              <a:spcBef>
                <a:spcPts val="0"/>
              </a:spcBef>
              <a:spcAft>
                <a:spcPts val="0"/>
              </a:spcAft>
              <a:buSzPts val="2300"/>
              <a:buChar char="●"/>
            </a:pPr>
            <a:r>
              <a:rPr lang="en-US" sz="1725"/>
              <a:t>This resulted in our exploration of online labeled datasets that we would use for training as well as testing</a:t>
            </a:r>
            <a:endParaRPr sz="1725"/>
          </a:p>
          <a:p>
            <a:pPr indent="0" lvl="0" marL="0" rtl="0" algn="l">
              <a:lnSpc>
                <a:spcPct val="100000"/>
              </a:lnSpc>
              <a:spcBef>
                <a:spcPts val="0"/>
              </a:spcBef>
              <a:spcAft>
                <a:spcPts val="0"/>
              </a:spcAft>
              <a:buNone/>
            </a:pPr>
            <a:r>
              <a:t/>
            </a:r>
            <a:endParaRPr sz="1725"/>
          </a:p>
          <a:p>
            <a:pPr indent="0" lvl="0" marL="0" rtl="0" algn="l">
              <a:lnSpc>
                <a:spcPct val="100000"/>
              </a:lnSpc>
              <a:spcBef>
                <a:spcPts val="0"/>
              </a:spcBef>
              <a:spcAft>
                <a:spcPts val="0"/>
              </a:spcAft>
              <a:buNone/>
            </a:pPr>
            <a:r>
              <a:rPr lang="en-US" sz="1725"/>
              <a:t>real-time transformer-based model for object detection and instance segmentation</a:t>
            </a:r>
            <a:endParaRPr sz="1725"/>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7b913263f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e7b913263f_0_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7b913263f_3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7b913263f_3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500">
                <a:solidFill>
                  <a:schemeClr val="dk1"/>
                </a:solidFill>
                <a:latin typeface="Arial"/>
                <a:ea typeface="Arial"/>
                <a:cs typeface="Arial"/>
                <a:sym typeface="Arial"/>
              </a:rPr>
              <a:t>After segmenting the fish images, we compare each image to our target classes, such as butterflyfish or surgeonfish, and BioCLIP then classifies it the closest match. With BioCLIP, from our MVP, it can identify fish based on specific locations.</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None/>
            </a:pPr>
            <a:r>
              <a:rPr b="1" lang="en-US" sz="1500">
                <a:solidFill>
                  <a:schemeClr val="dk1"/>
                </a:solidFill>
                <a:latin typeface="Arial"/>
                <a:ea typeface="Arial"/>
                <a:cs typeface="Arial"/>
                <a:sym typeface="Arial"/>
              </a:rPr>
              <a:t>inaturalist is a real world image dataset of fish from different locations.</a:t>
            </a:r>
            <a:r>
              <a:rPr lang="en-US" sz="1500">
                <a:solidFill>
                  <a:schemeClr val="dk1"/>
                </a:solidFill>
                <a:latin typeface="Arial"/>
                <a:ea typeface="Arial"/>
                <a:cs typeface="Arial"/>
                <a:sym typeface="Arial"/>
              </a:rPr>
              <a:t> We focused on the top 15 fish species from Moorea because that matches Mr.Williams working environment the most.</a:t>
            </a:r>
            <a:endParaRPr sz="15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latin typeface="Arial"/>
                <a:ea typeface="Arial"/>
                <a:cs typeface="Arial"/>
                <a:sym typeface="Arial"/>
              </a:rPr>
              <a:t>We use BioClip on both Coral Gardeners and iNaturalist.</a:t>
            </a:r>
            <a:r>
              <a:rPr lang="en-US" sz="1500">
                <a:solidFill>
                  <a:schemeClr val="dk1"/>
                </a:solidFill>
                <a:latin typeface="Arial"/>
                <a:ea typeface="Arial"/>
                <a:cs typeface="Arial"/>
                <a:sym typeface="Arial"/>
              </a:rPr>
              <a:t> The Coral Gardeners dataset had lower accuracy, around 49.66%. This likely happened because there is a broad label of just “fish” with more specific groups like “parrotfish” and “surgeonfish.” In comparison, iNaturalist performed much better, with approximately 83% accuracy, because its labels are cleaner and more species-specific. </a:t>
            </a:r>
            <a:endParaRPr sz="1500">
              <a:solidFill>
                <a:schemeClr val="dk1"/>
              </a:solidFill>
              <a:latin typeface="Arial"/>
              <a:ea typeface="Arial"/>
              <a:cs typeface="Arial"/>
              <a:sym typeface="Arial"/>
            </a:endParaRPr>
          </a:p>
          <a:p>
            <a:pPr indent="0" lvl="0" marL="0" rtl="0" algn="l">
              <a:spcBef>
                <a:spcPts val="1200"/>
              </a:spcBef>
              <a:spcAft>
                <a:spcPts val="0"/>
              </a:spcAft>
              <a:buNone/>
            </a:pPr>
            <a:r>
              <a:t/>
            </a:r>
            <a:endParaRPr sz="15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c2c8bdcb9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dc2c8bdcb9_0_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25"/>
              <a:t>This slide shows our plan for the rest of the quarter. We split the work into three main phases. First, we focus on improving the technical pipeline, including segmentation refinement, image preprocessing, metrics, and system integration. Then, we move into validation and usability work, such as dataset validation, command line interface  improvements, error analysis, and edge case testing. Finally, the last phase is focused on wrapping up the project with reproducibility documentation, final demo preparation, presentation slides, and the final report. Overall, the goal is to make sure the model is not only working, but also tested, documented, and ready to present by the end of the quarter.”</a:t>
            </a:r>
            <a:endParaRPr sz="1125"/>
          </a:p>
          <a:p>
            <a:pPr indent="0" lvl="0" marL="0" rtl="0" algn="l">
              <a:lnSpc>
                <a:spcPct val="115000"/>
              </a:lnSpc>
              <a:spcBef>
                <a:spcPts val="1200"/>
              </a:spcBef>
              <a:spcAft>
                <a:spcPts val="0"/>
              </a:spcAft>
              <a:buNone/>
            </a:pPr>
            <a:r>
              <a:t/>
            </a:r>
            <a:endParaRPr sz="1125"/>
          </a:p>
          <a:p>
            <a:pPr indent="0" lvl="0" marL="0" rtl="0" algn="l">
              <a:lnSpc>
                <a:spcPct val="115000"/>
              </a:lnSpc>
              <a:spcBef>
                <a:spcPts val="1200"/>
              </a:spcBef>
              <a:spcAft>
                <a:spcPts val="0"/>
              </a:spcAft>
              <a:buClr>
                <a:schemeClr val="dk1"/>
              </a:buClr>
              <a:buSzPts val="1100"/>
              <a:buFont typeface="Arial"/>
              <a:buNone/>
            </a:pPr>
            <a:r>
              <a:t/>
            </a:r>
            <a:endParaRPr sz="1125"/>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c2c8bdcb9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c2c8bdcb9_0_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25"/>
              <a:t>reducing domain-shift problems so the package works reliably on real Coral Gardeners imagery. </a:t>
            </a:r>
            <a:endParaRPr sz="2425"/>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dk1"/>
        </a:solidFill>
      </p:bgPr>
    </p:bg>
    <p:spTree>
      <p:nvGrpSpPr>
        <p:cNvPr id="11" name="Shape 11"/>
        <p:cNvGrpSpPr/>
        <p:nvPr/>
      </p:nvGrpSpPr>
      <p:grpSpPr>
        <a:xfrm>
          <a:off x="0" y="0"/>
          <a:ext cx="0" cy="0"/>
          <a:chOff x="0" y="0"/>
          <a:chExt cx="0" cy="0"/>
        </a:xfrm>
      </p:grpSpPr>
      <p:pic>
        <p:nvPicPr>
          <p:cNvPr id="12" name="Google Shape;12;p2"/>
          <p:cNvPicPr preferRelativeResize="0"/>
          <p:nvPr/>
        </p:nvPicPr>
        <p:blipFill>
          <a:blip r:embed="rId2">
            <a:alphaModFix/>
          </a:blip>
          <a:stretch>
            <a:fillRect/>
          </a:stretch>
        </p:blipFill>
        <p:spPr>
          <a:xfrm>
            <a:off x="0" y="0"/>
            <a:ext cx="9144000" cy="5120640"/>
          </a:xfrm>
          <a:prstGeom prst="rect">
            <a:avLst/>
          </a:prstGeom>
          <a:noFill/>
          <a:ln>
            <a:noFill/>
          </a:ln>
        </p:spPr>
      </p:pic>
      <p:sp>
        <p:nvSpPr>
          <p:cNvPr id="13" name="Google Shape;13;p2"/>
          <p:cNvSpPr/>
          <p:nvPr>
            <p:ph idx="2" type="pic"/>
          </p:nvPr>
        </p:nvSpPr>
        <p:spPr>
          <a:xfrm>
            <a:off x="6819843" y="286172"/>
            <a:ext cx="2009775" cy="382258"/>
          </a:xfrm>
          <a:prstGeom prst="rect">
            <a:avLst/>
          </a:prstGeom>
          <a:noFill/>
          <a:ln>
            <a:noFill/>
          </a:ln>
        </p:spPr>
      </p:sp>
      <p:sp>
        <p:nvSpPr>
          <p:cNvPr id="14" name="Google Shape;14;p2"/>
          <p:cNvSpPr txBox="1"/>
          <p:nvPr>
            <p:ph type="title"/>
          </p:nvPr>
        </p:nvSpPr>
        <p:spPr>
          <a:xfrm>
            <a:off x="457200" y="1057275"/>
            <a:ext cx="8229599" cy="1711938"/>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rgbClr val="FFFFFF"/>
              </a:buClr>
              <a:buSzPts val="5200"/>
              <a:buFont typeface="Teko SemiBold"/>
              <a:buNone/>
              <a:defRPr sz="52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15" name="Google Shape;15;p2"/>
          <p:cNvSpPr txBox="1"/>
          <p:nvPr>
            <p:ph idx="1" type="subTitle"/>
          </p:nvPr>
        </p:nvSpPr>
        <p:spPr>
          <a:xfrm>
            <a:off x="457200" y="2782650"/>
            <a:ext cx="8229600" cy="714300"/>
          </a:xfrm>
          <a:prstGeom prst="rect">
            <a:avLst/>
          </a:prstGeom>
        </p:spPr>
        <p:txBody>
          <a:bodyPr anchorCtr="0" anchor="t" bIns="0" lIns="18275" spcFirstLastPara="1" rIns="0" wrap="square" tIns="0">
            <a:normAutofit/>
          </a:bodyPr>
          <a:lstStyle>
            <a:lvl1pPr lvl="0">
              <a:spcBef>
                <a:spcPts val="1200"/>
              </a:spcBef>
              <a:spcAft>
                <a:spcPts val="0"/>
              </a:spcAft>
              <a:buClr>
                <a:schemeClr val="lt1"/>
              </a:buClr>
              <a:buSzPts val="1800"/>
              <a:buFont typeface="Source Sans 3 SemiBold"/>
              <a:buNone/>
              <a:defRPr sz="1800">
                <a:solidFill>
                  <a:schemeClr val="lt1"/>
                </a:solidFill>
                <a:latin typeface="Source Sans 3 SemiBold"/>
                <a:ea typeface="Source Sans 3 SemiBold"/>
                <a:cs typeface="Source Sans 3 SemiBold"/>
                <a:sym typeface="Source Sans 3 SemiBold"/>
              </a:defRPr>
            </a:lvl1pPr>
            <a:lvl2pPr lvl="1">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2pPr>
            <a:lvl3pPr lvl="2">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3pPr>
            <a:lvl4pPr lvl="3">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4pPr>
            <a:lvl5pPr lvl="4">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5pPr>
            <a:lvl6pPr lvl="5">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6pPr>
            <a:lvl7pPr lvl="6">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7pPr>
            <a:lvl8pPr lvl="7">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8pPr>
            <a:lvl9pPr lvl="8">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9pPr>
          </a:lstStyle>
          <a:p/>
        </p:txBody>
      </p:sp>
      <p:sp>
        <p:nvSpPr>
          <p:cNvPr id="16" name="Google Shape;16;p2"/>
          <p:cNvSpPr txBox="1"/>
          <p:nvPr>
            <p:ph idx="3" type="subTitle"/>
          </p:nvPr>
        </p:nvSpPr>
        <p:spPr>
          <a:xfrm>
            <a:off x="461400" y="4429125"/>
            <a:ext cx="8229600" cy="257100"/>
          </a:xfrm>
          <a:prstGeom prst="rect">
            <a:avLst/>
          </a:prstGeom>
        </p:spPr>
        <p:txBody>
          <a:bodyPr anchorCtr="0" anchor="t" bIns="0" lIns="18275" spcFirstLastPara="1" rIns="0" wrap="square" tIns="0">
            <a:normAutofit/>
          </a:bodyPr>
          <a:lstStyle>
            <a:lvl1pPr lvl="0">
              <a:spcBef>
                <a:spcPts val="1200"/>
              </a:spcBef>
              <a:spcAft>
                <a:spcPts val="0"/>
              </a:spcAft>
              <a:buClr>
                <a:schemeClr val="lt2"/>
              </a:buClr>
              <a:buSzPts val="1100"/>
              <a:buNone/>
              <a:defRPr sz="1100">
                <a:solidFill>
                  <a:schemeClr val="lt2"/>
                </a:solidFill>
              </a:defRPr>
            </a:lvl1pPr>
            <a:lvl2pPr lvl="1">
              <a:spcBef>
                <a:spcPts val="1200"/>
              </a:spcBef>
              <a:spcAft>
                <a:spcPts val="0"/>
              </a:spcAft>
              <a:buClr>
                <a:schemeClr val="lt2"/>
              </a:buClr>
              <a:buSzPts val="1100"/>
              <a:buNone/>
              <a:defRPr sz="1100">
                <a:solidFill>
                  <a:schemeClr val="lt2"/>
                </a:solidFill>
              </a:defRPr>
            </a:lvl2pPr>
            <a:lvl3pPr lvl="2">
              <a:spcBef>
                <a:spcPts val="1200"/>
              </a:spcBef>
              <a:spcAft>
                <a:spcPts val="0"/>
              </a:spcAft>
              <a:buClr>
                <a:schemeClr val="lt2"/>
              </a:buClr>
              <a:buSzPts val="1100"/>
              <a:buNone/>
              <a:defRPr sz="1100">
                <a:solidFill>
                  <a:schemeClr val="lt2"/>
                </a:solidFill>
              </a:defRPr>
            </a:lvl3pPr>
            <a:lvl4pPr lvl="3">
              <a:spcBef>
                <a:spcPts val="1200"/>
              </a:spcBef>
              <a:spcAft>
                <a:spcPts val="0"/>
              </a:spcAft>
              <a:buClr>
                <a:schemeClr val="lt2"/>
              </a:buClr>
              <a:buSzPts val="1100"/>
              <a:buNone/>
              <a:defRPr sz="1100">
                <a:solidFill>
                  <a:schemeClr val="lt2"/>
                </a:solidFill>
              </a:defRPr>
            </a:lvl4pPr>
            <a:lvl5pPr lvl="4">
              <a:spcBef>
                <a:spcPts val="1200"/>
              </a:spcBef>
              <a:spcAft>
                <a:spcPts val="0"/>
              </a:spcAft>
              <a:buClr>
                <a:schemeClr val="lt2"/>
              </a:buClr>
              <a:buSzPts val="1100"/>
              <a:buNone/>
              <a:defRPr sz="1100">
                <a:solidFill>
                  <a:schemeClr val="lt2"/>
                </a:solidFill>
              </a:defRPr>
            </a:lvl5pPr>
            <a:lvl6pPr lvl="5">
              <a:spcBef>
                <a:spcPts val="1200"/>
              </a:spcBef>
              <a:spcAft>
                <a:spcPts val="0"/>
              </a:spcAft>
              <a:buClr>
                <a:schemeClr val="lt2"/>
              </a:buClr>
              <a:buSzPts val="1100"/>
              <a:buNone/>
              <a:defRPr sz="1100">
                <a:solidFill>
                  <a:schemeClr val="lt2"/>
                </a:solidFill>
              </a:defRPr>
            </a:lvl6pPr>
            <a:lvl7pPr lvl="6">
              <a:spcBef>
                <a:spcPts val="1200"/>
              </a:spcBef>
              <a:spcAft>
                <a:spcPts val="0"/>
              </a:spcAft>
              <a:buClr>
                <a:schemeClr val="lt2"/>
              </a:buClr>
              <a:buSzPts val="1100"/>
              <a:buNone/>
              <a:defRPr sz="1100">
                <a:solidFill>
                  <a:schemeClr val="lt2"/>
                </a:solidFill>
              </a:defRPr>
            </a:lvl7pPr>
            <a:lvl8pPr lvl="7">
              <a:spcBef>
                <a:spcPts val="1200"/>
              </a:spcBef>
              <a:spcAft>
                <a:spcPts val="0"/>
              </a:spcAft>
              <a:buClr>
                <a:schemeClr val="lt2"/>
              </a:buClr>
              <a:buSzPts val="1100"/>
              <a:buNone/>
              <a:defRPr sz="1100">
                <a:solidFill>
                  <a:schemeClr val="lt2"/>
                </a:solidFill>
              </a:defRPr>
            </a:lvl8pPr>
            <a:lvl9pPr lvl="8">
              <a:spcBef>
                <a:spcPts val="1200"/>
              </a:spcBef>
              <a:spcAft>
                <a:spcPts val="0"/>
              </a:spcAft>
              <a:buClr>
                <a:schemeClr val="lt2"/>
              </a:buClr>
              <a:buSzPts val="1100"/>
              <a:buNone/>
              <a:defRPr sz="1100">
                <a:solidFill>
                  <a:schemeClr val="lt2"/>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1753">
          <p15:clr>
            <a:srgbClr val="E46962"/>
          </p15:clr>
        </p15:guide>
        <p15:guide id="4" orient="horz" pos="2203">
          <p15:clr>
            <a:srgbClr val="E46962"/>
          </p15:clr>
        </p15:guide>
        <p15:guide id="5" orient="horz" pos="2952">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Numbered">
  <p:cSld name="Agenda Numbered">
    <p:spTree>
      <p:nvGrpSpPr>
        <p:cNvPr id="17" name="Shape 17"/>
        <p:cNvGrpSpPr/>
        <p:nvPr/>
      </p:nvGrpSpPr>
      <p:grpSpPr>
        <a:xfrm>
          <a:off x="0" y="0"/>
          <a:ext cx="0" cy="0"/>
          <a:chOff x="0" y="0"/>
          <a:chExt cx="0" cy="0"/>
        </a:xfrm>
      </p:grpSpPr>
      <p:sp>
        <p:nvSpPr>
          <p:cNvPr id="18" name="Google Shape;18;p3"/>
          <p:cNvSpPr/>
          <p:nvPr>
            <p:ph idx="1" type="body"/>
          </p:nvPr>
        </p:nvSpPr>
        <p:spPr>
          <a:xfrm>
            <a:off x="452438" y="1309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19" name="Google Shape;19;p3"/>
          <p:cNvSpPr/>
          <p:nvPr>
            <p:ph idx="2" type="body"/>
          </p:nvPr>
        </p:nvSpPr>
        <p:spPr>
          <a:xfrm>
            <a:off x="452438" y="18940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0" name="Google Shape;20;p3"/>
          <p:cNvSpPr/>
          <p:nvPr>
            <p:ph idx="3" type="body"/>
          </p:nvPr>
        </p:nvSpPr>
        <p:spPr>
          <a:xfrm>
            <a:off x="452438" y="24788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1" name="Google Shape;21;p3"/>
          <p:cNvSpPr/>
          <p:nvPr>
            <p:ph idx="4" type="body"/>
          </p:nvPr>
        </p:nvSpPr>
        <p:spPr>
          <a:xfrm>
            <a:off x="452438" y="3648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2" name="Google Shape;22;p3"/>
          <p:cNvSpPr/>
          <p:nvPr>
            <p:ph idx="5" type="body"/>
          </p:nvPr>
        </p:nvSpPr>
        <p:spPr>
          <a:xfrm>
            <a:off x="452438" y="30635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3" name="Google Shape;23;p3"/>
          <p:cNvSpPr/>
          <p:nvPr>
            <p:ph idx="6" type="body"/>
          </p:nvPr>
        </p:nvSpPr>
        <p:spPr>
          <a:xfrm>
            <a:off x="4716645" y="1309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4" name="Google Shape;24;p3"/>
          <p:cNvSpPr/>
          <p:nvPr>
            <p:ph idx="7" type="body"/>
          </p:nvPr>
        </p:nvSpPr>
        <p:spPr>
          <a:xfrm>
            <a:off x="4716645" y="18940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5" name="Google Shape;25;p3"/>
          <p:cNvSpPr/>
          <p:nvPr>
            <p:ph idx="8" type="body"/>
          </p:nvPr>
        </p:nvSpPr>
        <p:spPr>
          <a:xfrm>
            <a:off x="4716645" y="24788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6" name="Google Shape;26;p3"/>
          <p:cNvSpPr/>
          <p:nvPr>
            <p:ph idx="9" type="body"/>
          </p:nvPr>
        </p:nvSpPr>
        <p:spPr>
          <a:xfrm>
            <a:off x="4716645" y="364831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7" name="Google Shape;27;p3"/>
          <p:cNvSpPr/>
          <p:nvPr>
            <p:ph idx="13" type="body"/>
          </p:nvPr>
        </p:nvSpPr>
        <p:spPr>
          <a:xfrm>
            <a:off x="4716645" y="3063564"/>
            <a:ext cx="381000" cy="381000"/>
          </a:xfrm>
          <a:prstGeom prst="ellipse">
            <a:avLst/>
          </a:prstGeom>
          <a:solidFill>
            <a:schemeClr val="lt1"/>
          </a:solidFill>
          <a:ln>
            <a:noFill/>
          </a:ln>
        </p:spPr>
        <p:txBody>
          <a:bodyPr anchorCtr="0" anchor="t" bIns="0" lIns="0" spcFirstLastPara="1" rIns="0" wrap="square" tIns="0">
            <a:normAutofit/>
          </a:bodyPr>
          <a:lstStyle>
            <a:lvl1pPr indent="-228600" lvl="0" marL="457200" algn="ctr">
              <a:lnSpc>
                <a:spcPct val="20000"/>
              </a:lnSpc>
              <a:spcBef>
                <a:spcPts val="0"/>
              </a:spcBef>
              <a:spcAft>
                <a:spcPts val="0"/>
              </a:spcAft>
              <a:buSzPts val="2700"/>
              <a:buFont typeface="Teko Medium"/>
              <a:buNone/>
              <a:defRPr baseline="-25000" i="0" sz="2700">
                <a:latin typeface="Teko Medium"/>
                <a:ea typeface="Teko Medium"/>
                <a:cs typeface="Teko Medium"/>
                <a:sym typeface="Teko Medium"/>
              </a:defRPr>
            </a:lvl1pPr>
            <a:lvl2pPr indent="-400050" lvl="1" marL="914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2pPr>
            <a:lvl3pPr indent="-400050" lvl="2" marL="1371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3pPr>
            <a:lvl4pPr indent="-400050" lvl="3" marL="1828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4pPr>
            <a:lvl5pPr indent="-400050" lvl="4" marL="22860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5pPr>
            <a:lvl6pPr indent="-400050" lvl="5" marL="27432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6pPr>
            <a:lvl7pPr indent="-400050" lvl="6" marL="32004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7pPr>
            <a:lvl8pPr indent="-400050" lvl="7" marL="36576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8pPr>
            <a:lvl9pPr indent="-400050" lvl="8" marL="4114800" algn="ctr">
              <a:lnSpc>
                <a:spcPct val="20000"/>
              </a:lnSpc>
              <a:spcBef>
                <a:spcPts val="0"/>
              </a:spcBef>
              <a:spcAft>
                <a:spcPts val="0"/>
              </a:spcAft>
              <a:buSzPts val="2700"/>
              <a:buFont typeface="Teko Medium"/>
              <a:buChar char="•"/>
              <a:defRPr sz="2700">
                <a:latin typeface="Teko Medium"/>
                <a:ea typeface="Teko Medium"/>
                <a:cs typeface="Teko Medium"/>
                <a:sym typeface="Teko Medium"/>
              </a:defRPr>
            </a:lvl9pPr>
          </a:lstStyle>
          <a:p/>
        </p:txBody>
      </p:sp>
      <p:sp>
        <p:nvSpPr>
          <p:cNvPr id="28" name="Google Shape;28;p3"/>
          <p:cNvSpPr txBox="1"/>
          <p:nvPr>
            <p:ph type="title"/>
          </p:nvPr>
        </p:nvSpPr>
        <p:spPr>
          <a:xfrm>
            <a:off x="457200" y="402336"/>
            <a:ext cx="6375300" cy="6573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29" name="Google Shape;29;p3"/>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30" name="Google Shape;30;p3"/>
          <p:cNvSpPr txBox="1"/>
          <p:nvPr>
            <p:ph idx="14" type="subTitle"/>
          </p:nvPr>
        </p:nvSpPr>
        <p:spPr>
          <a:xfrm>
            <a:off x="951200" y="1302125"/>
            <a:ext cx="3476100" cy="395400"/>
          </a:xfrm>
          <a:prstGeom prst="rect">
            <a:avLst/>
          </a:prstGeom>
        </p:spPr>
        <p:txBody>
          <a:bodyPr anchorCtr="0" anchor="ctr" bIns="0" lIns="0" spcFirstLastPara="1" rIns="0" wrap="square" tIns="0">
            <a:normAutofit/>
          </a:bodyPr>
          <a:lstStyle>
            <a:lvl1pPr lvl="0">
              <a:spcBef>
                <a:spcPts val="1200"/>
              </a:spcBef>
              <a:spcAft>
                <a:spcPts val="0"/>
              </a:spcAft>
              <a:buSzPts val="1600"/>
              <a:buNone/>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
        <p:nvSpPr>
          <p:cNvPr id="31" name="Google Shape;31;p3"/>
          <p:cNvSpPr txBox="1"/>
          <p:nvPr>
            <p:ph idx="15" type="subTitle"/>
          </p:nvPr>
        </p:nvSpPr>
        <p:spPr>
          <a:xfrm>
            <a:off x="951200" y="18868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2" name="Google Shape;32;p3"/>
          <p:cNvSpPr txBox="1"/>
          <p:nvPr>
            <p:ph idx="16" type="subTitle"/>
          </p:nvPr>
        </p:nvSpPr>
        <p:spPr>
          <a:xfrm>
            <a:off x="951200" y="24716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3" name="Google Shape;33;p3"/>
          <p:cNvSpPr txBox="1"/>
          <p:nvPr>
            <p:ph idx="17" type="subTitle"/>
          </p:nvPr>
        </p:nvSpPr>
        <p:spPr>
          <a:xfrm>
            <a:off x="951200" y="30563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4" name="Google Shape;34;p3"/>
          <p:cNvSpPr txBox="1"/>
          <p:nvPr>
            <p:ph idx="18" type="subTitle"/>
          </p:nvPr>
        </p:nvSpPr>
        <p:spPr>
          <a:xfrm>
            <a:off x="951200" y="3641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5" name="Google Shape;35;p3"/>
          <p:cNvSpPr txBox="1"/>
          <p:nvPr>
            <p:ph idx="19" type="subTitle"/>
          </p:nvPr>
        </p:nvSpPr>
        <p:spPr>
          <a:xfrm>
            <a:off x="5215425" y="1302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6" name="Google Shape;36;p3"/>
          <p:cNvSpPr txBox="1"/>
          <p:nvPr>
            <p:ph idx="20" type="subTitle"/>
          </p:nvPr>
        </p:nvSpPr>
        <p:spPr>
          <a:xfrm>
            <a:off x="5215425" y="18868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7" name="Google Shape;37;p3"/>
          <p:cNvSpPr txBox="1"/>
          <p:nvPr>
            <p:ph idx="21" type="subTitle"/>
          </p:nvPr>
        </p:nvSpPr>
        <p:spPr>
          <a:xfrm>
            <a:off x="5215425" y="24716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8" name="Google Shape;38;p3"/>
          <p:cNvSpPr txBox="1"/>
          <p:nvPr>
            <p:ph idx="22" type="subTitle"/>
          </p:nvPr>
        </p:nvSpPr>
        <p:spPr>
          <a:xfrm>
            <a:off x="5215425" y="305637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
        <p:nvSpPr>
          <p:cNvPr id="39" name="Google Shape;39;p3"/>
          <p:cNvSpPr txBox="1"/>
          <p:nvPr>
            <p:ph idx="23" type="subTitle"/>
          </p:nvPr>
        </p:nvSpPr>
        <p:spPr>
          <a:xfrm>
            <a:off x="5215425" y="3641125"/>
            <a:ext cx="3476100" cy="395400"/>
          </a:xfrm>
          <a:prstGeom prst="rect">
            <a:avLst/>
          </a:prstGeom>
        </p:spPr>
        <p:txBody>
          <a:bodyPr anchorCtr="0" anchor="ctr" bIns="0" lIns="0" spcFirstLastPara="1" rIns="0" wrap="square" tIns="0">
            <a:normAutofit/>
          </a:bodyPr>
          <a:lstStyle>
            <a:lvl1pPr lvl="0" rtl="0">
              <a:spcBef>
                <a:spcPts val="1200"/>
              </a:spcBef>
              <a:spcAft>
                <a:spcPts val="0"/>
              </a:spcAft>
              <a:buSzPts val="1600"/>
              <a:buNone/>
              <a:defRPr/>
            </a:lvl1pPr>
            <a:lvl2pPr lvl="1" rtl="0">
              <a:spcBef>
                <a:spcPts val="1200"/>
              </a:spcBef>
              <a:spcAft>
                <a:spcPts val="0"/>
              </a:spcAft>
              <a:buSzPts val="1600"/>
              <a:buNone/>
              <a:defRPr/>
            </a:lvl2pPr>
            <a:lvl3pPr lvl="2" rtl="0">
              <a:spcBef>
                <a:spcPts val="1200"/>
              </a:spcBef>
              <a:spcAft>
                <a:spcPts val="0"/>
              </a:spcAft>
              <a:buSzPts val="1600"/>
              <a:buNone/>
              <a:defRPr/>
            </a:lvl3pPr>
            <a:lvl4pPr lvl="3" rtl="0">
              <a:spcBef>
                <a:spcPts val="1200"/>
              </a:spcBef>
              <a:spcAft>
                <a:spcPts val="0"/>
              </a:spcAft>
              <a:buSzPts val="1600"/>
              <a:buNone/>
              <a:defRPr/>
            </a:lvl4pPr>
            <a:lvl5pPr lvl="4" rtl="0">
              <a:spcBef>
                <a:spcPts val="1200"/>
              </a:spcBef>
              <a:spcAft>
                <a:spcPts val="0"/>
              </a:spcAft>
              <a:buSzPts val="1600"/>
              <a:buNone/>
              <a:defRPr/>
            </a:lvl5pPr>
            <a:lvl6pPr lvl="5" rtl="0">
              <a:spcBef>
                <a:spcPts val="1200"/>
              </a:spcBef>
              <a:spcAft>
                <a:spcPts val="0"/>
              </a:spcAft>
              <a:buSzPts val="1600"/>
              <a:buNone/>
              <a:defRPr/>
            </a:lvl6pPr>
            <a:lvl7pPr lvl="6" rtl="0">
              <a:spcBef>
                <a:spcPts val="1200"/>
              </a:spcBef>
              <a:spcAft>
                <a:spcPts val="0"/>
              </a:spcAft>
              <a:buSzPts val="1600"/>
              <a:buNone/>
              <a:defRPr/>
            </a:lvl7pPr>
            <a:lvl8pPr lvl="7" rtl="0">
              <a:spcBef>
                <a:spcPts val="1200"/>
              </a:spcBef>
              <a:spcAft>
                <a:spcPts val="0"/>
              </a:spcAft>
              <a:buSzPts val="1600"/>
              <a:buNone/>
              <a:defRPr/>
            </a:lvl8pPr>
            <a:lvl9pPr lvl="8" rtl="0">
              <a:spcBef>
                <a:spcPts val="1200"/>
              </a:spcBef>
              <a:spcAft>
                <a:spcPts val="0"/>
              </a:spcAft>
              <a:buSzPts val="1600"/>
              <a:buNone/>
              <a:defRPr/>
            </a:lvl9pPr>
          </a:lstStyle>
          <a:p/>
        </p:txBody>
      </p:sp>
    </p:spTree>
  </p:cSld>
  <p:clrMapOvr>
    <a:masterClrMapping/>
  </p:clrMapOvr>
  <p:extLst>
    <p:ext uri="{DCECCB84-F9BA-43D5-87BE-67443E8EF086}">
      <p15:sldGuideLst>
        <p15:guide id="1" orient="horz" pos="1069">
          <p15:clr>
            <a:srgbClr val="E46962"/>
          </p15:clr>
        </p15:guide>
        <p15:guide id="2" pos="599">
          <p15:clr>
            <a:srgbClr val="E46962"/>
          </p15:clr>
        </p15:guide>
        <p15:guide id="3" pos="2789">
          <p15:clr>
            <a:srgbClr val="E46962"/>
          </p15:clr>
        </p15:guide>
        <p15:guide id="4" pos="3285">
          <p15:clr>
            <a:srgbClr val="E46962"/>
          </p15:clr>
        </p15:guide>
        <p15:guide id="5" orient="horz" pos="2543">
          <p15:clr>
            <a:srgbClr val="E46962"/>
          </p15:clr>
        </p15:guide>
        <p15:guide id="6" orient="horz" pos="2294">
          <p15:clr>
            <a:srgbClr val="E46962"/>
          </p15:clr>
        </p15:guide>
        <p15:guide id="7" orient="horz" pos="1930">
          <p15:clr>
            <a:srgbClr val="E46962"/>
          </p15:clr>
        </p15:guide>
        <p15:guide id="8" orient="horz" pos="1557">
          <p15:clr>
            <a:srgbClr val="E46962"/>
          </p15:clr>
        </p15:guide>
        <p15:guide id="9" orient="horz" pos="119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RIght">
  <p:cSld name="Photo RIght">
    <p:spTree>
      <p:nvGrpSpPr>
        <p:cNvPr id="40" name="Shape 40"/>
        <p:cNvGrpSpPr/>
        <p:nvPr/>
      </p:nvGrpSpPr>
      <p:grpSpPr>
        <a:xfrm>
          <a:off x="0" y="0"/>
          <a:ext cx="0" cy="0"/>
          <a:chOff x="0" y="0"/>
          <a:chExt cx="0" cy="0"/>
        </a:xfrm>
      </p:grpSpPr>
      <p:sp>
        <p:nvSpPr>
          <p:cNvPr id="41" name="Google Shape;41;p4"/>
          <p:cNvSpPr/>
          <p:nvPr>
            <p:ph idx="2" type="pic"/>
          </p:nvPr>
        </p:nvSpPr>
        <p:spPr>
          <a:xfrm>
            <a:off x="4572000" y="0"/>
            <a:ext cx="4572000" cy="5143500"/>
          </a:xfrm>
          <a:prstGeom prst="rect">
            <a:avLst/>
          </a:prstGeom>
          <a:noFill/>
          <a:ln>
            <a:noFill/>
          </a:ln>
        </p:spPr>
      </p:sp>
      <p:sp>
        <p:nvSpPr>
          <p:cNvPr id="42" name="Google Shape;42;p4"/>
          <p:cNvSpPr txBox="1"/>
          <p:nvPr>
            <p:ph type="title"/>
          </p:nvPr>
        </p:nvSpPr>
        <p:spPr>
          <a:xfrm>
            <a:off x="457200" y="402336"/>
            <a:ext cx="3657599" cy="653653"/>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43" name="Google Shape;43;p4"/>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4"/>
          <p:cNvSpPr txBox="1"/>
          <p:nvPr>
            <p:ph idx="1" type="body"/>
          </p:nvPr>
        </p:nvSpPr>
        <p:spPr>
          <a:xfrm>
            <a:off x="457075" y="1300175"/>
            <a:ext cx="3657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45" name="Shape 45"/>
        <p:cNvGrpSpPr/>
        <p:nvPr/>
      </p:nvGrpSpPr>
      <p:grpSpPr>
        <a:xfrm>
          <a:off x="0" y="0"/>
          <a:ext cx="0" cy="0"/>
          <a:chOff x="0" y="0"/>
          <a:chExt cx="0" cy="0"/>
        </a:xfrm>
      </p:grpSpPr>
      <p:sp>
        <p:nvSpPr>
          <p:cNvPr id="46" name="Google Shape;46;p5"/>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47" name="Google Shape;47;p5"/>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48" name="Google Shape;48;p5"/>
          <p:cNvSpPr txBox="1"/>
          <p:nvPr>
            <p:ph idx="1" type="body"/>
          </p:nvPr>
        </p:nvSpPr>
        <p:spPr>
          <a:xfrm>
            <a:off x="457200" y="1300175"/>
            <a:ext cx="8229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type="tx">
  <p:cSld name="TITLE_AND_BODY">
    <p:bg>
      <p:bgPr>
        <a:solidFill>
          <a:schemeClr val="dk1"/>
        </a:solidFill>
      </p:bgPr>
    </p:bg>
    <p:spTree>
      <p:nvGrpSpPr>
        <p:cNvPr id="49" name="Shape 49"/>
        <p:cNvGrpSpPr/>
        <p:nvPr/>
      </p:nvGrpSpPr>
      <p:grpSpPr>
        <a:xfrm>
          <a:off x="0" y="0"/>
          <a:ext cx="0" cy="0"/>
          <a:chOff x="0" y="0"/>
          <a:chExt cx="0" cy="0"/>
        </a:xfrm>
      </p:grpSpPr>
      <p:pic>
        <p:nvPicPr>
          <p:cNvPr id="50" name="Google Shape;50;p6"/>
          <p:cNvPicPr preferRelativeResize="0"/>
          <p:nvPr/>
        </p:nvPicPr>
        <p:blipFill rotWithShape="1">
          <a:blip r:embed="rId2">
            <a:alphaModFix/>
          </a:blip>
          <a:srcRect b="0" l="0" r="0" t="91691"/>
          <a:stretch/>
        </p:blipFill>
        <p:spPr>
          <a:xfrm>
            <a:off x="1850" y="4718049"/>
            <a:ext cx="9144000" cy="427531"/>
          </a:xfrm>
          <a:prstGeom prst="rect">
            <a:avLst/>
          </a:prstGeom>
          <a:noFill/>
          <a:ln>
            <a:noFill/>
          </a:ln>
        </p:spPr>
      </p:pic>
      <p:sp>
        <p:nvSpPr>
          <p:cNvPr id="51" name="Google Shape;51;p6"/>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1pPr>
            <a:lvl2pPr indent="0" lvl="1"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2pPr>
            <a:lvl3pPr indent="0" lvl="2"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3pPr>
            <a:lvl4pPr indent="0" lvl="3"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4pPr>
            <a:lvl5pPr indent="0" lvl="4"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5pPr>
            <a:lvl6pPr indent="0" lvl="5"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6pPr>
            <a:lvl7pPr indent="0" lvl="6"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7pPr>
            <a:lvl8pPr indent="0" lvl="7"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8pPr>
            <a:lvl9pPr indent="0" lvl="8"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6"/>
          <p:cNvSpPr txBox="1"/>
          <p:nvPr>
            <p:ph idx="1" type="subTitle"/>
          </p:nvPr>
        </p:nvSpPr>
        <p:spPr>
          <a:xfrm>
            <a:off x="457200" y="400050"/>
            <a:ext cx="8229600" cy="4029000"/>
          </a:xfrm>
          <a:prstGeom prst="rect">
            <a:avLst/>
          </a:prstGeom>
        </p:spPr>
        <p:txBody>
          <a:bodyPr anchorCtr="0" anchor="ctr" bIns="0" lIns="0" spcFirstLastPara="1" rIns="0" wrap="square" tIns="0">
            <a:normAutofit/>
          </a:bodyPr>
          <a:lstStyle>
            <a:lvl1pPr lvl="0" algn="ctr">
              <a:spcBef>
                <a:spcPts val="1200"/>
              </a:spcBef>
              <a:spcAft>
                <a:spcPts val="0"/>
              </a:spcAft>
              <a:buClr>
                <a:schemeClr val="lt2"/>
              </a:buClr>
              <a:buSzPts val="4800"/>
              <a:buFont typeface="Teko SemiBold"/>
              <a:buNone/>
              <a:defRPr sz="4800">
                <a:solidFill>
                  <a:schemeClr val="lt2"/>
                </a:solidFill>
                <a:latin typeface="Teko SemiBold"/>
                <a:ea typeface="Teko SemiBold"/>
                <a:cs typeface="Teko SemiBold"/>
                <a:sym typeface="Teko SemiBold"/>
              </a:defRPr>
            </a:lvl1pPr>
            <a:lvl2pPr lvl="1" algn="ctr">
              <a:spcBef>
                <a:spcPts val="1200"/>
              </a:spcBef>
              <a:spcAft>
                <a:spcPts val="0"/>
              </a:spcAft>
              <a:buSzPts val="1600"/>
              <a:buNone/>
              <a:defRPr/>
            </a:lvl2pPr>
            <a:lvl3pPr lvl="2" algn="ctr">
              <a:spcBef>
                <a:spcPts val="1200"/>
              </a:spcBef>
              <a:spcAft>
                <a:spcPts val="0"/>
              </a:spcAft>
              <a:buSzPts val="1600"/>
              <a:buNone/>
              <a:defRPr/>
            </a:lvl3pPr>
            <a:lvl4pPr lvl="3" algn="ctr">
              <a:spcBef>
                <a:spcPts val="1200"/>
              </a:spcBef>
              <a:spcAft>
                <a:spcPts val="0"/>
              </a:spcAft>
              <a:buSzPts val="1600"/>
              <a:buNone/>
              <a:defRPr/>
            </a:lvl4pPr>
            <a:lvl5pPr lvl="4" algn="ctr">
              <a:spcBef>
                <a:spcPts val="1200"/>
              </a:spcBef>
              <a:spcAft>
                <a:spcPts val="0"/>
              </a:spcAft>
              <a:buSzPts val="1600"/>
              <a:buNone/>
              <a:defRPr/>
            </a:lvl5pPr>
            <a:lvl6pPr lvl="5" algn="ctr">
              <a:spcBef>
                <a:spcPts val="1200"/>
              </a:spcBef>
              <a:spcAft>
                <a:spcPts val="0"/>
              </a:spcAft>
              <a:buSzPts val="1600"/>
              <a:buNone/>
              <a:defRPr/>
            </a:lvl6pPr>
            <a:lvl7pPr lvl="6" algn="ctr">
              <a:spcBef>
                <a:spcPts val="1200"/>
              </a:spcBef>
              <a:spcAft>
                <a:spcPts val="0"/>
              </a:spcAft>
              <a:buSzPts val="1600"/>
              <a:buNone/>
              <a:defRPr/>
            </a:lvl7pPr>
            <a:lvl8pPr lvl="7" algn="ctr">
              <a:spcBef>
                <a:spcPts val="1200"/>
              </a:spcBef>
              <a:spcAft>
                <a:spcPts val="0"/>
              </a:spcAft>
              <a:buSzPts val="1600"/>
              <a:buNone/>
              <a:defRPr/>
            </a:lvl8pPr>
            <a:lvl9pPr lvl="8" algn="ctr">
              <a:spcBef>
                <a:spcPts val="1200"/>
              </a:spcBef>
              <a:spcAft>
                <a:spcPts val="0"/>
              </a:spcAft>
              <a:buSzPts val="1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spTree>
      <p:nvGrpSpPr>
        <p:cNvPr id="53" name="Shape 5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chemeClr val="dk1"/>
        </a:solidFill>
      </p:bgPr>
    </p:bg>
    <p:spTree>
      <p:nvGrpSpPr>
        <p:cNvPr id="54" name="Shape 54"/>
        <p:cNvGrpSpPr/>
        <p:nvPr/>
      </p:nvGrpSpPr>
      <p:grpSpPr>
        <a:xfrm>
          <a:off x="0" y="0"/>
          <a:ext cx="0" cy="0"/>
          <a:chOff x="0" y="0"/>
          <a:chExt cx="0" cy="0"/>
        </a:xfrm>
      </p:grpSpPr>
      <p:sp>
        <p:nvSpPr>
          <p:cNvPr id="55" name="Google Shape;55;p8"/>
          <p:cNvSpPr/>
          <p:nvPr>
            <p:ph idx="2" type="pic"/>
          </p:nvPr>
        </p:nvSpPr>
        <p:spPr>
          <a:xfrm>
            <a:off x="0" y="0"/>
            <a:ext cx="9144000" cy="5143500"/>
          </a:xfrm>
          <a:prstGeom prst="rect">
            <a:avLst/>
          </a:prstGeom>
          <a:noFill/>
          <a:ln>
            <a:noFill/>
          </a:ln>
        </p:spPr>
      </p:sp>
      <p:pic>
        <p:nvPicPr>
          <p:cNvPr id="56" name="Google Shape;56;p8"/>
          <p:cNvPicPr preferRelativeResize="0"/>
          <p:nvPr/>
        </p:nvPicPr>
        <p:blipFill rotWithShape="1">
          <a:blip r:embed="rId2">
            <a:alphaModFix/>
          </a:blip>
          <a:srcRect b="0" l="0" r="0" t="91898"/>
          <a:stretch/>
        </p:blipFill>
        <p:spPr>
          <a:xfrm>
            <a:off x="1850" y="4728697"/>
            <a:ext cx="9144000" cy="416883"/>
          </a:xfrm>
          <a:prstGeom prst="rect">
            <a:avLst/>
          </a:prstGeom>
          <a:noFill/>
          <a:ln>
            <a:noFill/>
          </a:ln>
        </p:spPr>
      </p:pic>
      <p:pic>
        <p:nvPicPr>
          <p:cNvPr id="57" name="Google Shape;57;p8"/>
          <p:cNvPicPr preferRelativeResize="0"/>
          <p:nvPr/>
        </p:nvPicPr>
        <p:blipFill rotWithShape="1">
          <a:blip r:embed="rId3">
            <a:alphaModFix/>
          </a:blip>
          <a:srcRect b="79429" l="0" r="0" t="26"/>
          <a:stretch/>
        </p:blipFill>
        <p:spPr>
          <a:xfrm>
            <a:off x="1850" y="0"/>
            <a:ext cx="9140300" cy="1057275"/>
          </a:xfrm>
          <a:prstGeom prst="rect">
            <a:avLst/>
          </a:prstGeom>
          <a:noFill/>
          <a:ln>
            <a:noFill/>
          </a:ln>
        </p:spPr>
      </p:pic>
      <p:sp>
        <p:nvSpPr>
          <p:cNvPr id="58" name="Google Shape;58;p8"/>
          <p:cNvSpPr/>
          <p:nvPr>
            <p:ph idx="3" type="pic"/>
          </p:nvPr>
        </p:nvSpPr>
        <p:spPr>
          <a:xfrm>
            <a:off x="6819843" y="286172"/>
            <a:ext cx="2009775" cy="382258"/>
          </a:xfrm>
          <a:prstGeom prst="rect">
            <a:avLst/>
          </a:prstGeom>
          <a:noFill/>
          <a:ln>
            <a:noFill/>
          </a:ln>
        </p:spPr>
      </p:sp>
      <p:sp>
        <p:nvSpPr>
          <p:cNvPr id="59" name="Google Shape;59;p8"/>
          <p:cNvSpPr txBox="1"/>
          <p:nvPr>
            <p:ph type="title"/>
          </p:nvPr>
        </p:nvSpPr>
        <p:spPr>
          <a:xfrm>
            <a:off x="457200" y="2263818"/>
            <a:ext cx="8229600" cy="1743075"/>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rgbClr val="FFFFFF"/>
              </a:buClr>
              <a:buSzPts val="5200"/>
              <a:buFont typeface="Teko SemiBold"/>
              <a:buNone/>
              <a:defRPr sz="52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0" name="Google Shape;60;p8"/>
          <p:cNvSpPr txBox="1"/>
          <p:nvPr>
            <p:ph idx="1" type="subTitle"/>
          </p:nvPr>
        </p:nvSpPr>
        <p:spPr>
          <a:xfrm>
            <a:off x="450450" y="412900"/>
            <a:ext cx="5400900" cy="240900"/>
          </a:xfrm>
          <a:prstGeom prst="rect">
            <a:avLst/>
          </a:prstGeom>
        </p:spPr>
        <p:txBody>
          <a:bodyPr anchorCtr="0" anchor="t" bIns="0" lIns="0" spcFirstLastPara="1" rIns="0" wrap="square" tIns="0">
            <a:normAutofit/>
          </a:bodyPr>
          <a:lstStyle>
            <a:lvl1pPr lvl="0">
              <a:spcBef>
                <a:spcPts val="1200"/>
              </a:spcBef>
              <a:spcAft>
                <a:spcPts val="0"/>
              </a:spcAft>
              <a:buClr>
                <a:schemeClr val="lt2"/>
              </a:buClr>
              <a:buSzPts val="1100"/>
              <a:buNone/>
              <a:defRPr sz="1100">
                <a:solidFill>
                  <a:schemeClr val="lt2"/>
                </a:solidFill>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
        <p:nvSpPr>
          <p:cNvPr id="61" name="Google Shape;61;p8"/>
          <p:cNvSpPr txBox="1"/>
          <p:nvPr>
            <p:ph idx="4" type="subTitle"/>
          </p:nvPr>
        </p:nvSpPr>
        <p:spPr>
          <a:xfrm>
            <a:off x="450450" y="4020350"/>
            <a:ext cx="8229600" cy="408900"/>
          </a:xfrm>
          <a:prstGeom prst="rect">
            <a:avLst/>
          </a:prstGeom>
        </p:spPr>
        <p:txBody>
          <a:bodyPr anchorCtr="0" anchor="t" bIns="0" lIns="0" spcFirstLastPara="1" rIns="0" wrap="square" tIns="0">
            <a:normAutofit/>
          </a:bodyPr>
          <a:lstStyle>
            <a:lvl1pPr lvl="0">
              <a:spcBef>
                <a:spcPts val="1200"/>
              </a:spcBef>
              <a:spcAft>
                <a:spcPts val="0"/>
              </a:spcAft>
              <a:buClr>
                <a:schemeClr val="lt1"/>
              </a:buClr>
              <a:buSzPts val="1800"/>
              <a:buFont typeface="Source Sans 3 SemiBold"/>
              <a:buNone/>
              <a:defRPr sz="1800">
                <a:solidFill>
                  <a:schemeClr val="lt1"/>
                </a:solidFill>
                <a:latin typeface="Source Sans 3 SemiBold"/>
                <a:ea typeface="Source Sans 3 SemiBold"/>
                <a:cs typeface="Source Sans 3 SemiBold"/>
                <a:sym typeface="Source Sans 3 SemiBold"/>
              </a:defRPr>
            </a:lvl1pPr>
            <a:lvl2pPr lvl="1">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2pPr>
            <a:lvl3pPr lvl="2">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3pPr>
            <a:lvl4pPr lvl="3">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4pPr>
            <a:lvl5pPr lvl="4">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5pPr>
            <a:lvl6pPr lvl="5">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6pPr>
            <a:lvl7pPr lvl="6">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7pPr>
            <a:lvl8pPr lvl="7">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8pPr>
            <a:lvl9pPr lvl="8">
              <a:spcBef>
                <a:spcPts val="1200"/>
              </a:spcBef>
              <a:spcAft>
                <a:spcPts val="0"/>
              </a:spcAft>
              <a:buSzPts val="1600"/>
              <a:buFont typeface="Source Sans 3 SemiBold"/>
              <a:buNone/>
              <a:defRPr>
                <a:latin typeface="Source Sans 3 SemiBold"/>
                <a:ea typeface="Source Sans 3 SemiBold"/>
                <a:cs typeface="Source Sans 3 SemiBold"/>
                <a:sym typeface="Source Sans 3 SemiBold"/>
              </a:defRPr>
            </a:lvl9pPr>
          </a:lstStyle>
          <a:p/>
        </p:txBody>
      </p:sp>
    </p:spTree>
  </p:cSld>
  <p:clrMapOvr>
    <a:masterClrMapping/>
  </p:clrMapOvr>
  <p:extLst>
    <p:ext uri="{DCECCB84-F9BA-43D5-87BE-67443E8EF086}">
      <p15:sldGuideLst>
        <p15:guide id="1" orient="horz" pos="412">
          <p15:clr>
            <a:srgbClr val="E46962"/>
          </p15:clr>
        </p15:guide>
        <p15:guide id="2" pos="3686">
          <p15:clr>
            <a:srgbClr val="E46962"/>
          </p15:clr>
        </p15:guide>
        <p15:guide id="3" orient="horz" pos="2533">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imple">
  <p:cSld name="Agenda Simple">
    <p:spTree>
      <p:nvGrpSpPr>
        <p:cNvPr id="62" name="Shape 62"/>
        <p:cNvGrpSpPr/>
        <p:nvPr/>
      </p:nvGrpSpPr>
      <p:grpSpPr>
        <a:xfrm>
          <a:off x="0" y="0"/>
          <a:ext cx="0" cy="0"/>
          <a:chOff x="0" y="0"/>
          <a:chExt cx="0" cy="0"/>
        </a:xfrm>
      </p:grpSpPr>
      <p:sp>
        <p:nvSpPr>
          <p:cNvPr id="63" name="Google Shape;63;p9"/>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4" name="Google Shape;64;p9"/>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65" name="Google Shape;65;p9"/>
          <p:cNvSpPr txBox="1"/>
          <p:nvPr>
            <p:ph idx="1" type="body"/>
          </p:nvPr>
        </p:nvSpPr>
        <p:spPr>
          <a:xfrm>
            <a:off x="457075" y="1300175"/>
            <a:ext cx="82296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p:cSld name="Title &amp; Photo Alt">
    <p:spTree>
      <p:nvGrpSpPr>
        <p:cNvPr id="66" name="Shape 66"/>
        <p:cNvGrpSpPr/>
        <p:nvPr/>
      </p:nvGrpSpPr>
      <p:grpSpPr>
        <a:xfrm>
          <a:off x="0" y="0"/>
          <a:ext cx="0" cy="0"/>
          <a:chOff x="0" y="0"/>
          <a:chExt cx="0" cy="0"/>
        </a:xfrm>
      </p:grpSpPr>
      <p:sp>
        <p:nvSpPr>
          <p:cNvPr id="67" name="Google Shape;67;p10"/>
          <p:cNvSpPr/>
          <p:nvPr>
            <p:ph idx="2" type="pic"/>
          </p:nvPr>
        </p:nvSpPr>
        <p:spPr>
          <a:xfrm>
            <a:off x="0" y="0"/>
            <a:ext cx="4572000" cy="5143500"/>
          </a:xfrm>
          <a:prstGeom prst="rect">
            <a:avLst/>
          </a:prstGeom>
          <a:noFill/>
          <a:ln>
            <a:noFill/>
          </a:ln>
        </p:spPr>
      </p:sp>
      <p:sp>
        <p:nvSpPr>
          <p:cNvPr id="68" name="Google Shape;68;p10"/>
          <p:cNvSpPr txBox="1"/>
          <p:nvPr>
            <p:ph type="title"/>
          </p:nvPr>
        </p:nvSpPr>
        <p:spPr>
          <a:xfrm>
            <a:off x="5001965" y="813547"/>
            <a:ext cx="3684834" cy="1758203"/>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69" name="Google Shape;69;p10"/>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70" name="Google Shape;70;p10"/>
          <p:cNvSpPr txBox="1"/>
          <p:nvPr>
            <p:ph idx="1" type="subTitle"/>
          </p:nvPr>
        </p:nvSpPr>
        <p:spPr>
          <a:xfrm>
            <a:off x="5001975" y="2641600"/>
            <a:ext cx="3684900" cy="1787400"/>
          </a:xfrm>
          <a:prstGeom prst="rect">
            <a:avLst/>
          </a:prstGeom>
        </p:spPr>
        <p:txBody>
          <a:bodyPr anchorCtr="0" anchor="t" bIns="0" lIns="0" spcFirstLastPara="1" rIns="0" wrap="square" tIns="0">
            <a:normAutofit/>
          </a:bodyPr>
          <a:lstStyle>
            <a:lvl1pPr lvl="0">
              <a:spcBef>
                <a:spcPts val="1200"/>
              </a:spcBef>
              <a:spcAft>
                <a:spcPts val="0"/>
              </a:spcAft>
              <a:buSzPts val="1700"/>
              <a:buFont typeface="Source Sans 3 Medium"/>
              <a:buNone/>
              <a:defRPr sz="1700">
                <a:latin typeface="Source Sans 3 Medium"/>
                <a:ea typeface="Source Sans 3 Medium"/>
                <a:cs typeface="Source Sans 3 Medium"/>
                <a:sym typeface="Source Sans 3 Medium"/>
              </a:defRPr>
            </a:lvl1pPr>
            <a:lvl2pPr lvl="1">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2pPr>
            <a:lvl3pPr lvl="2">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3pPr>
            <a:lvl4pPr lvl="3">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4pPr>
            <a:lvl5pPr lvl="4">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5pPr>
            <a:lvl6pPr lvl="5">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6pPr>
            <a:lvl7pPr lvl="6">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7pPr>
            <a:lvl8pPr lvl="7">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8pPr>
            <a:lvl9pPr lvl="8">
              <a:spcBef>
                <a:spcPts val="1200"/>
              </a:spcBef>
              <a:spcAft>
                <a:spcPts val="0"/>
              </a:spcAft>
              <a:buSzPts val="1600"/>
              <a:buFont typeface="Source Sans 3 Medium"/>
              <a:buNone/>
              <a:defRPr>
                <a:latin typeface="Source Sans 3 Medium"/>
                <a:ea typeface="Source Sans 3 Medium"/>
                <a:cs typeface="Source Sans 3 Medium"/>
                <a:sym typeface="Source Sans 3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solidFill>
          <a:schemeClr val="dk1"/>
        </a:solidFill>
      </p:bgPr>
    </p:bg>
    <p:spTree>
      <p:nvGrpSpPr>
        <p:cNvPr id="71" name="Shape 71"/>
        <p:cNvGrpSpPr/>
        <p:nvPr/>
      </p:nvGrpSpPr>
      <p:grpSpPr>
        <a:xfrm>
          <a:off x="0" y="0"/>
          <a:ext cx="0" cy="0"/>
          <a:chOff x="0" y="0"/>
          <a:chExt cx="0" cy="0"/>
        </a:xfrm>
      </p:grpSpPr>
      <p:pic>
        <p:nvPicPr>
          <p:cNvPr id="72" name="Google Shape;72;p11"/>
          <p:cNvPicPr preferRelativeResize="0"/>
          <p:nvPr/>
        </p:nvPicPr>
        <p:blipFill rotWithShape="1">
          <a:blip r:embed="rId2">
            <a:alphaModFix/>
          </a:blip>
          <a:srcRect b="0" l="0" r="0" t="91691"/>
          <a:stretch/>
        </p:blipFill>
        <p:spPr>
          <a:xfrm>
            <a:off x="1850" y="4718049"/>
            <a:ext cx="9144000" cy="427531"/>
          </a:xfrm>
          <a:prstGeom prst="rect">
            <a:avLst/>
          </a:prstGeom>
          <a:noFill/>
          <a:ln>
            <a:noFill/>
          </a:ln>
        </p:spPr>
      </p:pic>
      <p:sp>
        <p:nvSpPr>
          <p:cNvPr id="73" name="Google Shape;73;p11"/>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1pPr>
            <a:lvl2pPr indent="0" lvl="1"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2pPr>
            <a:lvl3pPr indent="0" lvl="2"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3pPr>
            <a:lvl4pPr indent="0" lvl="3"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4pPr>
            <a:lvl5pPr indent="0" lvl="4"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5pPr>
            <a:lvl6pPr indent="0" lvl="5"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6pPr>
            <a:lvl7pPr indent="0" lvl="6"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7pPr>
            <a:lvl8pPr indent="0" lvl="7"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8pPr>
            <a:lvl9pPr indent="0" lvl="8" marL="0" algn="l">
              <a:lnSpc>
                <a:spcPct val="100000"/>
              </a:lnSpc>
              <a:spcBef>
                <a:spcPts val="0"/>
              </a:spcBef>
              <a:spcAft>
                <a:spcPts val="0"/>
              </a:spcAft>
              <a:buClr>
                <a:schemeClr val="dk1"/>
              </a:buClr>
              <a:buSzPts val="900"/>
              <a:buFont typeface="Source Sans 3"/>
              <a:buNone/>
              <a:defRPr b="0" i="0" sz="900" u="none" cap="none" strike="noStrike">
                <a:solidFill>
                  <a:schemeClr val="dk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74" name="Google Shape;74;p11"/>
          <p:cNvSpPr txBox="1"/>
          <p:nvPr>
            <p:ph type="title"/>
          </p:nvPr>
        </p:nvSpPr>
        <p:spPr>
          <a:xfrm>
            <a:off x="457200" y="1522413"/>
            <a:ext cx="8229599" cy="1743075"/>
          </a:xfrm>
          <a:prstGeom prst="rect">
            <a:avLst/>
          </a:prstGeom>
          <a:noFill/>
          <a:ln>
            <a:noFill/>
          </a:ln>
        </p:spPr>
        <p:txBody>
          <a:bodyPr anchorCtr="0" anchor="ctr" bIns="0" lIns="0" spcFirstLastPara="1" rIns="0" wrap="square" tIns="0">
            <a:normAutofit/>
          </a:bodyPr>
          <a:lstStyle>
            <a:lvl1pPr lvl="0" algn="l">
              <a:lnSpc>
                <a:spcPct val="80000"/>
              </a:lnSpc>
              <a:spcBef>
                <a:spcPts val="0"/>
              </a:spcBef>
              <a:spcAft>
                <a:spcPts val="0"/>
              </a:spcAft>
              <a:buClr>
                <a:srgbClr val="FFFFFF"/>
              </a:buClr>
              <a:buSzPts val="4800"/>
              <a:buNone/>
              <a:defRPr i="0" sz="4800">
                <a:solidFill>
                  <a:srgbClr val="FFFFFF"/>
                </a:solidFill>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Content">
  <p:cSld name="Title &amp; Content">
    <p:spTree>
      <p:nvGrpSpPr>
        <p:cNvPr id="75" name="Shape 75"/>
        <p:cNvGrpSpPr/>
        <p:nvPr/>
      </p:nvGrpSpPr>
      <p:grpSpPr>
        <a:xfrm>
          <a:off x="0" y="0"/>
          <a:ext cx="0" cy="0"/>
          <a:chOff x="0" y="0"/>
          <a:chExt cx="0" cy="0"/>
        </a:xfrm>
      </p:grpSpPr>
      <p:sp>
        <p:nvSpPr>
          <p:cNvPr id="76" name="Google Shape;76;p12"/>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77" name="Google Shape;77;p12"/>
          <p:cNvSpPr txBox="1"/>
          <p:nvPr>
            <p:ph idx="1" type="body"/>
          </p:nvPr>
        </p:nvSpPr>
        <p:spPr>
          <a:xfrm>
            <a:off x="457200" y="1300163"/>
            <a:ext cx="8229600" cy="3128962"/>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600"/>
              <a:buNone/>
              <a:defRPr/>
            </a:lvl1pPr>
            <a:lvl2pPr indent="-228600" lvl="1" marL="914400" algn="l">
              <a:lnSpc>
                <a:spcPct val="100000"/>
              </a:lnSpc>
              <a:spcBef>
                <a:spcPts val="1200"/>
              </a:spcBef>
              <a:spcAft>
                <a:spcPts val="0"/>
              </a:spcAft>
              <a:buClr>
                <a:schemeClr val="dk1"/>
              </a:buClr>
              <a:buSzPts val="1600"/>
              <a:buNone/>
              <a:defRPr/>
            </a:lvl2pPr>
            <a:lvl3pPr indent="-228600" lvl="2" marL="1371600" algn="l">
              <a:lnSpc>
                <a:spcPct val="100000"/>
              </a:lnSpc>
              <a:spcBef>
                <a:spcPts val="1200"/>
              </a:spcBef>
              <a:spcAft>
                <a:spcPts val="0"/>
              </a:spcAft>
              <a:buClr>
                <a:schemeClr val="dk1"/>
              </a:buClr>
              <a:buSzPts val="1600"/>
              <a:buNone/>
              <a:defRPr/>
            </a:lvl3pPr>
            <a:lvl4pPr indent="-228600" lvl="3" marL="1828800" algn="l">
              <a:lnSpc>
                <a:spcPct val="100000"/>
              </a:lnSpc>
              <a:spcBef>
                <a:spcPts val="1200"/>
              </a:spcBef>
              <a:spcAft>
                <a:spcPts val="0"/>
              </a:spcAft>
              <a:buClr>
                <a:schemeClr val="dk1"/>
              </a:buClr>
              <a:buSzPts val="1600"/>
              <a:buNone/>
              <a:defRPr/>
            </a:lvl4pPr>
            <a:lvl5pPr indent="-228600" lvl="4" marL="2286000" algn="l">
              <a:lnSpc>
                <a:spcPct val="100000"/>
              </a:lnSpc>
              <a:spcBef>
                <a:spcPts val="1200"/>
              </a:spcBef>
              <a:spcAft>
                <a:spcPts val="0"/>
              </a:spcAft>
              <a:buClr>
                <a:schemeClr val="dk1"/>
              </a:buClr>
              <a:buSzPts val="1600"/>
              <a:buNone/>
              <a:defRPr/>
            </a:lvl5pPr>
            <a:lvl6pPr indent="-330200" lvl="5" marL="2743200" algn="l">
              <a:lnSpc>
                <a:spcPct val="100000"/>
              </a:lnSpc>
              <a:spcBef>
                <a:spcPts val="1200"/>
              </a:spcBef>
              <a:spcAft>
                <a:spcPts val="0"/>
              </a:spcAft>
              <a:buClr>
                <a:schemeClr val="dk1"/>
              </a:buClr>
              <a:buSzPts val="1600"/>
              <a:buChar char="•"/>
              <a:defRPr/>
            </a:lvl6pPr>
            <a:lvl7pPr indent="-330200" lvl="6" marL="3200400" algn="l">
              <a:lnSpc>
                <a:spcPct val="100000"/>
              </a:lnSpc>
              <a:spcBef>
                <a:spcPts val="1200"/>
              </a:spcBef>
              <a:spcAft>
                <a:spcPts val="0"/>
              </a:spcAft>
              <a:buClr>
                <a:schemeClr val="dk1"/>
              </a:buClr>
              <a:buSzPts val="1600"/>
              <a:buChar char="•"/>
              <a:defRPr/>
            </a:lvl7pPr>
            <a:lvl8pPr indent="-330200" lvl="7" marL="3657600" algn="l">
              <a:lnSpc>
                <a:spcPct val="100000"/>
              </a:lnSpc>
              <a:spcBef>
                <a:spcPts val="1200"/>
              </a:spcBef>
              <a:spcAft>
                <a:spcPts val="0"/>
              </a:spcAft>
              <a:buClr>
                <a:schemeClr val="dk1"/>
              </a:buClr>
              <a:buSzPts val="1600"/>
              <a:buChar char="•"/>
              <a:defRPr/>
            </a:lvl8pPr>
            <a:lvl9pPr indent="-330200" lvl="8" marL="4114800" algn="l">
              <a:lnSpc>
                <a:spcPct val="100000"/>
              </a:lnSpc>
              <a:spcBef>
                <a:spcPts val="1200"/>
              </a:spcBef>
              <a:spcAft>
                <a:spcPts val="0"/>
              </a:spcAft>
              <a:buClr>
                <a:schemeClr val="dk1"/>
              </a:buClr>
              <a:buSzPts val="1600"/>
              <a:buChar char="•"/>
              <a:defRPr/>
            </a:lvl9pPr>
          </a:lstStyle>
          <a:p/>
        </p:txBody>
      </p:sp>
      <p:sp>
        <p:nvSpPr>
          <p:cNvPr id="78" name="Google Shape;78;p12"/>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2 Columns">
  <p:cSld name="Title &amp; 2 Columns">
    <p:spTree>
      <p:nvGrpSpPr>
        <p:cNvPr id="79" name="Shape 79"/>
        <p:cNvGrpSpPr/>
        <p:nvPr/>
      </p:nvGrpSpPr>
      <p:grpSpPr>
        <a:xfrm>
          <a:off x="0" y="0"/>
          <a:ext cx="0" cy="0"/>
          <a:chOff x="0" y="0"/>
          <a:chExt cx="0" cy="0"/>
        </a:xfrm>
      </p:grpSpPr>
      <p:sp>
        <p:nvSpPr>
          <p:cNvPr id="80" name="Google Shape;80;p13"/>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81" name="Google Shape;81;p13"/>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82" name="Google Shape;82;p13"/>
          <p:cNvSpPr txBox="1"/>
          <p:nvPr>
            <p:ph idx="1" type="body"/>
          </p:nvPr>
        </p:nvSpPr>
        <p:spPr>
          <a:xfrm>
            <a:off x="457200" y="1300175"/>
            <a:ext cx="3950400" cy="3129000"/>
          </a:xfrm>
          <a:prstGeom prst="rect">
            <a:avLst/>
          </a:prstGeom>
        </p:spPr>
        <p:txBody>
          <a:bodyPr anchorCtr="0" anchor="t" bIns="0" lIns="0" spcFirstLastPara="1" rIns="0" wrap="square" tIns="0">
            <a:normAutofit/>
          </a:bodyPr>
          <a:lstStyle>
            <a:lvl1pPr indent="-330200" lvl="0" marL="457200">
              <a:spcBef>
                <a:spcPts val="1200"/>
              </a:spcBef>
              <a:spcAft>
                <a:spcPts val="0"/>
              </a:spcAft>
              <a:buSzPts val="1600"/>
              <a:buChar char="•"/>
              <a:defRPr/>
            </a:lvl1pPr>
            <a:lvl2pPr indent="-330200" lvl="1" marL="914400">
              <a:spcBef>
                <a:spcPts val="1200"/>
              </a:spcBef>
              <a:spcAft>
                <a:spcPts val="0"/>
              </a:spcAft>
              <a:buSzPts val="1600"/>
              <a:buChar char="•"/>
              <a:defRPr/>
            </a:lvl2pPr>
            <a:lvl3pPr indent="-330200" lvl="2" marL="1371600">
              <a:spcBef>
                <a:spcPts val="1200"/>
              </a:spcBef>
              <a:spcAft>
                <a:spcPts val="0"/>
              </a:spcAft>
              <a:buSzPts val="1600"/>
              <a:buChar char="•"/>
              <a:defRPr/>
            </a:lvl3pPr>
            <a:lvl4pPr indent="-330200" lvl="3" marL="1828800">
              <a:spcBef>
                <a:spcPts val="1200"/>
              </a:spcBef>
              <a:spcAft>
                <a:spcPts val="0"/>
              </a:spcAft>
              <a:buSzPts val="1600"/>
              <a:buChar char="•"/>
              <a:defRPr/>
            </a:lvl4pPr>
            <a:lvl5pPr indent="-330200" lvl="4" marL="2286000">
              <a:spcBef>
                <a:spcPts val="1200"/>
              </a:spcBef>
              <a:spcAft>
                <a:spcPts val="0"/>
              </a:spcAft>
              <a:buSzPts val="1600"/>
              <a:buChar char="•"/>
              <a:defRPr/>
            </a:lvl5pPr>
            <a:lvl6pPr indent="-330200" lvl="5" marL="2743200">
              <a:spcBef>
                <a:spcPts val="1200"/>
              </a:spcBef>
              <a:spcAft>
                <a:spcPts val="0"/>
              </a:spcAft>
              <a:buSzPts val="1600"/>
              <a:buChar char="•"/>
              <a:defRPr/>
            </a:lvl6pPr>
            <a:lvl7pPr indent="-330200" lvl="6" marL="3200400">
              <a:spcBef>
                <a:spcPts val="1200"/>
              </a:spcBef>
              <a:spcAft>
                <a:spcPts val="0"/>
              </a:spcAft>
              <a:buSzPts val="1600"/>
              <a:buChar char="•"/>
              <a:defRPr/>
            </a:lvl7pPr>
            <a:lvl8pPr indent="-330200" lvl="7" marL="3657600">
              <a:spcBef>
                <a:spcPts val="1200"/>
              </a:spcBef>
              <a:spcAft>
                <a:spcPts val="0"/>
              </a:spcAft>
              <a:buSzPts val="1600"/>
              <a:buChar char="•"/>
              <a:defRPr/>
            </a:lvl8pPr>
            <a:lvl9pPr indent="-330200" lvl="8" marL="4114800">
              <a:spcBef>
                <a:spcPts val="1200"/>
              </a:spcBef>
              <a:spcAft>
                <a:spcPts val="0"/>
              </a:spcAft>
              <a:buSzPts val="1600"/>
              <a:buChar char="•"/>
              <a:defRPr/>
            </a:lvl9pPr>
          </a:lstStyle>
          <a:p/>
        </p:txBody>
      </p:sp>
      <p:sp>
        <p:nvSpPr>
          <p:cNvPr id="83" name="Google Shape;83;p13"/>
          <p:cNvSpPr txBox="1"/>
          <p:nvPr>
            <p:ph idx="2" type="body"/>
          </p:nvPr>
        </p:nvSpPr>
        <p:spPr>
          <a:xfrm>
            <a:off x="4736400" y="1300175"/>
            <a:ext cx="3950400" cy="3129000"/>
          </a:xfrm>
          <a:prstGeom prst="rect">
            <a:avLst/>
          </a:prstGeom>
        </p:spPr>
        <p:txBody>
          <a:bodyPr anchorCtr="0" anchor="t" bIns="0" lIns="0" spcFirstLastPara="1" rIns="0" wrap="square" tIns="0">
            <a:normAutofit/>
          </a:bodyPr>
          <a:lstStyle>
            <a:lvl1pPr indent="-330200" lvl="0" marL="457200" rtl="0">
              <a:spcBef>
                <a:spcPts val="1200"/>
              </a:spcBef>
              <a:spcAft>
                <a:spcPts val="0"/>
              </a:spcAft>
              <a:buSzPts val="1600"/>
              <a:buChar char="•"/>
              <a:defRPr/>
            </a:lvl1pPr>
            <a:lvl2pPr indent="-330200" lvl="1" marL="914400" rtl="0">
              <a:spcBef>
                <a:spcPts val="1200"/>
              </a:spcBef>
              <a:spcAft>
                <a:spcPts val="0"/>
              </a:spcAft>
              <a:buSzPts val="1600"/>
              <a:buChar char="•"/>
              <a:defRPr/>
            </a:lvl2pPr>
            <a:lvl3pPr indent="-330200" lvl="2" marL="1371600" rtl="0">
              <a:spcBef>
                <a:spcPts val="1200"/>
              </a:spcBef>
              <a:spcAft>
                <a:spcPts val="0"/>
              </a:spcAft>
              <a:buSzPts val="1600"/>
              <a:buChar char="•"/>
              <a:defRPr/>
            </a:lvl3pPr>
            <a:lvl4pPr indent="-330200" lvl="3" marL="1828800" rtl="0">
              <a:spcBef>
                <a:spcPts val="1200"/>
              </a:spcBef>
              <a:spcAft>
                <a:spcPts val="0"/>
              </a:spcAft>
              <a:buSzPts val="1600"/>
              <a:buChar char="•"/>
              <a:defRPr/>
            </a:lvl4pPr>
            <a:lvl5pPr indent="-330200" lvl="4" marL="2286000" rtl="0">
              <a:spcBef>
                <a:spcPts val="1200"/>
              </a:spcBef>
              <a:spcAft>
                <a:spcPts val="0"/>
              </a:spcAft>
              <a:buSzPts val="1600"/>
              <a:buChar char="•"/>
              <a:defRPr/>
            </a:lvl5pPr>
            <a:lvl6pPr indent="-330200" lvl="5" marL="2743200" rtl="0">
              <a:spcBef>
                <a:spcPts val="1200"/>
              </a:spcBef>
              <a:spcAft>
                <a:spcPts val="0"/>
              </a:spcAft>
              <a:buSzPts val="1600"/>
              <a:buChar char="•"/>
              <a:defRPr/>
            </a:lvl6pPr>
            <a:lvl7pPr indent="-330200" lvl="6" marL="3200400" rtl="0">
              <a:spcBef>
                <a:spcPts val="1200"/>
              </a:spcBef>
              <a:spcAft>
                <a:spcPts val="0"/>
              </a:spcAft>
              <a:buSzPts val="1600"/>
              <a:buChar char="•"/>
              <a:defRPr/>
            </a:lvl7pPr>
            <a:lvl8pPr indent="-330200" lvl="7" marL="3657600" rtl="0">
              <a:spcBef>
                <a:spcPts val="1200"/>
              </a:spcBef>
              <a:spcAft>
                <a:spcPts val="0"/>
              </a:spcAft>
              <a:buSzPts val="1600"/>
              <a:buChar char="•"/>
              <a:defRPr/>
            </a:lvl8pPr>
            <a:lvl9pPr indent="-330200" lvl="8" marL="4114800" rtl="0">
              <a:spcBef>
                <a:spcPts val="1200"/>
              </a:spcBef>
              <a:spcAft>
                <a:spcPts val="0"/>
              </a:spcAft>
              <a:buSzPts val="16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 name="Shape 84"/>
        <p:cNvGrpSpPr/>
        <p:nvPr/>
      </p:nvGrpSpPr>
      <p:grpSpPr>
        <a:xfrm>
          <a:off x="0" y="0"/>
          <a:ext cx="0" cy="0"/>
          <a:chOff x="0" y="0"/>
          <a:chExt cx="0" cy="0"/>
        </a:xfrm>
      </p:grpSpPr>
      <p:sp>
        <p:nvSpPr>
          <p:cNvPr id="85" name="Google Shape;85;p14"/>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80000"/>
              </a:lnSpc>
              <a:spcBef>
                <a:spcPts val="0"/>
              </a:spcBef>
              <a:spcAft>
                <a:spcPts val="0"/>
              </a:spcAft>
              <a:buClr>
                <a:srgbClr val="182B49"/>
              </a:buClr>
              <a:buSzPts val="1800"/>
              <a:buNone/>
              <a:defRPr/>
            </a:lvl2pPr>
            <a:lvl3pPr lvl="2" algn="l">
              <a:lnSpc>
                <a:spcPct val="80000"/>
              </a:lnSpc>
              <a:spcBef>
                <a:spcPts val="0"/>
              </a:spcBef>
              <a:spcAft>
                <a:spcPts val="0"/>
              </a:spcAft>
              <a:buClr>
                <a:srgbClr val="182B49"/>
              </a:buClr>
              <a:buSzPts val="1800"/>
              <a:buNone/>
              <a:defRPr/>
            </a:lvl3pPr>
            <a:lvl4pPr lvl="3" algn="l">
              <a:lnSpc>
                <a:spcPct val="80000"/>
              </a:lnSpc>
              <a:spcBef>
                <a:spcPts val="0"/>
              </a:spcBef>
              <a:spcAft>
                <a:spcPts val="0"/>
              </a:spcAft>
              <a:buClr>
                <a:srgbClr val="182B49"/>
              </a:buClr>
              <a:buSzPts val="1800"/>
              <a:buNone/>
              <a:defRPr/>
            </a:lvl4pPr>
            <a:lvl5pPr lvl="4" algn="l">
              <a:lnSpc>
                <a:spcPct val="80000"/>
              </a:lnSpc>
              <a:spcBef>
                <a:spcPts val="0"/>
              </a:spcBef>
              <a:spcAft>
                <a:spcPts val="0"/>
              </a:spcAft>
              <a:buClr>
                <a:srgbClr val="182B49"/>
              </a:buClr>
              <a:buSzPts val="1800"/>
              <a:buNone/>
              <a:defRPr/>
            </a:lvl5pPr>
            <a:lvl6pPr lvl="5" algn="l">
              <a:lnSpc>
                <a:spcPct val="80000"/>
              </a:lnSpc>
              <a:spcBef>
                <a:spcPts val="0"/>
              </a:spcBef>
              <a:spcAft>
                <a:spcPts val="0"/>
              </a:spcAft>
              <a:buClr>
                <a:srgbClr val="182B49"/>
              </a:buClr>
              <a:buSzPts val="1800"/>
              <a:buNone/>
              <a:defRPr/>
            </a:lvl6pPr>
            <a:lvl7pPr lvl="6" algn="l">
              <a:lnSpc>
                <a:spcPct val="80000"/>
              </a:lnSpc>
              <a:spcBef>
                <a:spcPts val="0"/>
              </a:spcBef>
              <a:spcAft>
                <a:spcPts val="0"/>
              </a:spcAft>
              <a:buClr>
                <a:srgbClr val="182B49"/>
              </a:buClr>
              <a:buSzPts val="1800"/>
              <a:buNone/>
              <a:defRPr/>
            </a:lvl7pPr>
            <a:lvl8pPr lvl="7" algn="l">
              <a:lnSpc>
                <a:spcPct val="80000"/>
              </a:lnSpc>
              <a:spcBef>
                <a:spcPts val="0"/>
              </a:spcBef>
              <a:spcAft>
                <a:spcPts val="0"/>
              </a:spcAft>
              <a:buClr>
                <a:srgbClr val="182B49"/>
              </a:buClr>
              <a:buSzPts val="1800"/>
              <a:buNone/>
              <a:defRPr/>
            </a:lvl8pPr>
            <a:lvl9pPr lvl="8" algn="l">
              <a:lnSpc>
                <a:spcPct val="80000"/>
              </a:lnSpc>
              <a:spcBef>
                <a:spcPts val="0"/>
              </a:spcBef>
              <a:spcAft>
                <a:spcPts val="0"/>
              </a:spcAft>
              <a:buClr>
                <a:srgbClr val="182B49"/>
              </a:buClr>
              <a:buSzPts val="1800"/>
              <a:buNone/>
              <a:defRPr/>
            </a:lvl9pPr>
          </a:lstStyle>
          <a:p/>
        </p:txBody>
      </p:sp>
      <p:sp>
        <p:nvSpPr>
          <p:cNvPr id="86" name="Google Shape;86;p14"/>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p:cSld name="Big Fact">
    <p:spTree>
      <p:nvGrpSpPr>
        <p:cNvPr id="87" name="Shape 87"/>
        <p:cNvGrpSpPr/>
        <p:nvPr/>
      </p:nvGrpSpPr>
      <p:grpSpPr>
        <a:xfrm>
          <a:off x="0" y="0"/>
          <a:ext cx="0" cy="0"/>
          <a:chOff x="0" y="0"/>
          <a:chExt cx="0" cy="0"/>
        </a:xfrm>
      </p:grpSpPr>
      <p:sp>
        <p:nvSpPr>
          <p:cNvPr id="88" name="Google Shape;88;p15"/>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
        <p:nvSpPr>
          <p:cNvPr id="89" name="Google Shape;89;p15"/>
          <p:cNvSpPr txBox="1"/>
          <p:nvPr>
            <p:ph type="title"/>
          </p:nvPr>
        </p:nvSpPr>
        <p:spPr>
          <a:xfrm>
            <a:off x="457200" y="891100"/>
            <a:ext cx="8229600" cy="2381700"/>
          </a:xfrm>
          <a:prstGeom prst="rect">
            <a:avLst/>
          </a:prstGeom>
        </p:spPr>
        <p:txBody>
          <a:bodyPr anchorCtr="0" anchor="b" bIns="0" lIns="0" spcFirstLastPara="1" rIns="0" wrap="square" tIns="0">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p:txBody>
      </p:sp>
      <p:sp>
        <p:nvSpPr>
          <p:cNvPr id="90" name="Google Shape;90;p15"/>
          <p:cNvSpPr txBox="1"/>
          <p:nvPr>
            <p:ph idx="1" type="subTitle"/>
          </p:nvPr>
        </p:nvSpPr>
        <p:spPr>
          <a:xfrm>
            <a:off x="457200" y="3098325"/>
            <a:ext cx="8229600" cy="472800"/>
          </a:xfrm>
          <a:prstGeom prst="rect">
            <a:avLst/>
          </a:prstGeom>
        </p:spPr>
        <p:txBody>
          <a:bodyPr anchorCtr="0" anchor="t" bIns="0" lIns="0" spcFirstLastPara="1" rIns="0" wrap="square" tIns="0">
            <a:normAutofit/>
          </a:bodyPr>
          <a:lstStyle>
            <a:lvl1pPr lvl="0" algn="ctr">
              <a:spcBef>
                <a:spcPts val="1200"/>
              </a:spcBef>
              <a:spcAft>
                <a:spcPts val="0"/>
              </a:spcAft>
              <a:buSzPts val="2050"/>
              <a:buFont typeface="Source Sans 3 SemiBold"/>
              <a:buNone/>
              <a:defRPr sz="2050">
                <a:latin typeface="Source Sans 3 SemiBold"/>
                <a:ea typeface="Source Sans 3 SemiBold"/>
                <a:cs typeface="Source Sans 3 SemiBold"/>
                <a:sym typeface="Source Sans 3 SemiBold"/>
              </a:defRPr>
            </a:lvl1pPr>
            <a:lvl2pPr lvl="1">
              <a:spcBef>
                <a:spcPts val="1200"/>
              </a:spcBef>
              <a:spcAft>
                <a:spcPts val="0"/>
              </a:spcAft>
              <a:buSzPts val="1600"/>
              <a:buNone/>
              <a:defRPr/>
            </a:lvl2pPr>
            <a:lvl3pPr lvl="2">
              <a:spcBef>
                <a:spcPts val="1200"/>
              </a:spcBef>
              <a:spcAft>
                <a:spcPts val="0"/>
              </a:spcAft>
              <a:buSzPts val="1600"/>
              <a:buNone/>
              <a:defRPr/>
            </a:lvl3pPr>
            <a:lvl4pPr lvl="3">
              <a:spcBef>
                <a:spcPts val="1200"/>
              </a:spcBef>
              <a:spcAft>
                <a:spcPts val="0"/>
              </a:spcAft>
              <a:buSzPts val="1600"/>
              <a:buNone/>
              <a:defRPr/>
            </a:lvl4pPr>
            <a:lvl5pPr lvl="4">
              <a:spcBef>
                <a:spcPts val="1200"/>
              </a:spcBef>
              <a:spcAft>
                <a:spcPts val="0"/>
              </a:spcAft>
              <a:buSzPts val="1600"/>
              <a:buNone/>
              <a:defRPr/>
            </a:lvl5pPr>
            <a:lvl6pPr lvl="5">
              <a:spcBef>
                <a:spcPts val="1200"/>
              </a:spcBef>
              <a:spcAft>
                <a:spcPts val="0"/>
              </a:spcAft>
              <a:buSzPts val="1600"/>
              <a:buNone/>
              <a:defRPr/>
            </a:lvl6pPr>
            <a:lvl7pPr lvl="6">
              <a:spcBef>
                <a:spcPts val="1200"/>
              </a:spcBef>
              <a:spcAft>
                <a:spcPts val="0"/>
              </a:spcAft>
              <a:buSzPts val="1600"/>
              <a:buNone/>
              <a:defRPr/>
            </a:lvl7pPr>
            <a:lvl8pPr lvl="7">
              <a:spcBef>
                <a:spcPts val="1200"/>
              </a:spcBef>
              <a:spcAft>
                <a:spcPts val="0"/>
              </a:spcAft>
              <a:buSzPts val="1600"/>
              <a:buNone/>
              <a:defRPr/>
            </a:lvl8pPr>
            <a:lvl9pPr lvl="8">
              <a:spcBef>
                <a:spcPts val="1200"/>
              </a:spcBef>
              <a:spcAft>
                <a:spcPts val="0"/>
              </a:spcAft>
              <a:buSzPts val="1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91" name="Shape 91"/>
        <p:cNvGrpSpPr/>
        <p:nvPr/>
      </p:nvGrpSpPr>
      <p:grpSpPr>
        <a:xfrm>
          <a:off x="0" y="0"/>
          <a:ext cx="0" cy="0"/>
          <a:chOff x="0" y="0"/>
          <a:chExt cx="0" cy="0"/>
        </a:xfrm>
      </p:grpSpPr>
      <p:sp>
        <p:nvSpPr>
          <p:cNvPr id="92" name="Google Shape;92;p16"/>
          <p:cNvSpPr txBox="1"/>
          <p:nvPr>
            <p:ph idx="1" type="body"/>
          </p:nvPr>
        </p:nvSpPr>
        <p:spPr>
          <a:xfrm>
            <a:off x="911259" y="3558795"/>
            <a:ext cx="7575020" cy="238867"/>
          </a:xfrm>
          <a:prstGeom prst="rect">
            <a:avLst/>
          </a:prstGeom>
          <a:noFill/>
          <a:ln>
            <a:noFill/>
          </a:ln>
        </p:spPr>
        <p:txBody>
          <a:bodyPr anchorCtr="0" anchor="t" bIns="0" lIns="0" spcFirstLastPara="1" rIns="0" wrap="square" tIns="0">
            <a:normAutofit/>
          </a:bodyPr>
          <a:lstStyle>
            <a:lvl1pPr indent="-228600" lvl="0" marL="457200">
              <a:lnSpc>
                <a:spcPct val="100000"/>
              </a:lnSpc>
              <a:spcBef>
                <a:spcPts val="1200"/>
              </a:spcBef>
              <a:spcAft>
                <a:spcPts val="0"/>
              </a:spcAft>
              <a:buSzPts val="1150"/>
              <a:buNone/>
              <a:defRPr sz="1150"/>
            </a:lvl1pPr>
            <a:lvl2pPr indent="-301625" lvl="1" marL="914400">
              <a:lnSpc>
                <a:spcPct val="100000"/>
              </a:lnSpc>
              <a:spcBef>
                <a:spcPts val="1200"/>
              </a:spcBef>
              <a:spcAft>
                <a:spcPts val="0"/>
              </a:spcAft>
              <a:buSzPts val="1150"/>
              <a:buChar char="•"/>
              <a:defRPr sz="1150"/>
            </a:lvl2pPr>
            <a:lvl3pPr indent="-301625" lvl="2" marL="1371600">
              <a:lnSpc>
                <a:spcPct val="100000"/>
              </a:lnSpc>
              <a:spcBef>
                <a:spcPts val="1200"/>
              </a:spcBef>
              <a:spcAft>
                <a:spcPts val="0"/>
              </a:spcAft>
              <a:buSzPts val="1150"/>
              <a:buChar char="•"/>
              <a:defRPr sz="1150"/>
            </a:lvl3pPr>
            <a:lvl4pPr indent="-301625" lvl="3" marL="1828800">
              <a:lnSpc>
                <a:spcPct val="100000"/>
              </a:lnSpc>
              <a:spcBef>
                <a:spcPts val="1200"/>
              </a:spcBef>
              <a:spcAft>
                <a:spcPts val="0"/>
              </a:spcAft>
              <a:buSzPts val="1150"/>
              <a:buChar char="•"/>
              <a:defRPr sz="1150"/>
            </a:lvl4pPr>
            <a:lvl5pPr indent="-301625" lvl="4" marL="2286000">
              <a:lnSpc>
                <a:spcPct val="100000"/>
              </a:lnSpc>
              <a:spcBef>
                <a:spcPts val="1200"/>
              </a:spcBef>
              <a:spcAft>
                <a:spcPts val="0"/>
              </a:spcAft>
              <a:buSzPts val="1150"/>
              <a:buChar char="•"/>
              <a:defRPr sz="1150"/>
            </a:lvl5pPr>
            <a:lvl6pPr indent="-301625" lvl="5" marL="2743200">
              <a:lnSpc>
                <a:spcPct val="100000"/>
              </a:lnSpc>
              <a:spcBef>
                <a:spcPts val="1200"/>
              </a:spcBef>
              <a:spcAft>
                <a:spcPts val="0"/>
              </a:spcAft>
              <a:buSzPts val="1150"/>
              <a:buChar char="•"/>
              <a:defRPr sz="1150"/>
            </a:lvl6pPr>
            <a:lvl7pPr indent="-301625" lvl="6" marL="3200400">
              <a:lnSpc>
                <a:spcPct val="100000"/>
              </a:lnSpc>
              <a:spcBef>
                <a:spcPts val="1200"/>
              </a:spcBef>
              <a:spcAft>
                <a:spcPts val="0"/>
              </a:spcAft>
              <a:buSzPts val="1150"/>
              <a:buChar char="•"/>
              <a:defRPr sz="1150"/>
            </a:lvl7pPr>
            <a:lvl8pPr indent="-301625" lvl="7" marL="3657600">
              <a:lnSpc>
                <a:spcPct val="100000"/>
              </a:lnSpc>
              <a:spcBef>
                <a:spcPts val="1200"/>
              </a:spcBef>
              <a:spcAft>
                <a:spcPts val="0"/>
              </a:spcAft>
              <a:buSzPts val="1150"/>
              <a:buChar char="•"/>
              <a:defRPr sz="1150"/>
            </a:lvl8pPr>
            <a:lvl9pPr indent="-301625" lvl="8" marL="4114800">
              <a:lnSpc>
                <a:spcPct val="100000"/>
              </a:lnSpc>
              <a:spcBef>
                <a:spcPts val="1200"/>
              </a:spcBef>
              <a:spcAft>
                <a:spcPts val="0"/>
              </a:spcAft>
              <a:buSzPts val="1150"/>
              <a:buChar char="•"/>
              <a:defRPr sz="1150"/>
            </a:lvl9pPr>
          </a:lstStyle>
          <a:p/>
        </p:txBody>
      </p:sp>
      <p:sp>
        <p:nvSpPr>
          <p:cNvPr id="93" name="Google Shape;93;p16"/>
          <p:cNvSpPr txBox="1"/>
          <p:nvPr>
            <p:ph idx="2" type="body"/>
          </p:nvPr>
        </p:nvSpPr>
        <p:spPr>
          <a:xfrm>
            <a:off x="657721" y="1057275"/>
            <a:ext cx="7828558" cy="2233778"/>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1200"/>
              </a:spcBef>
              <a:spcAft>
                <a:spcPts val="0"/>
              </a:spcAft>
              <a:buClr>
                <a:srgbClr val="182B49"/>
              </a:buClr>
              <a:buSzPts val="3200"/>
              <a:buFont typeface="Teko SemiBold"/>
              <a:buNone/>
              <a:defRPr i="0" sz="3200">
                <a:solidFill>
                  <a:srgbClr val="182B49"/>
                </a:solidFill>
                <a:latin typeface="Teko SemiBold"/>
                <a:ea typeface="Teko SemiBold"/>
                <a:cs typeface="Teko SemiBold"/>
                <a:sym typeface="Teko SemiBold"/>
              </a:defRPr>
            </a:lvl1pPr>
            <a:lvl2pPr indent="-431800" lvl="1" marL="9144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2pPr>
            <a:lvl3pPr indent="-431800" lvl="2" marL="13716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3pPr>
            <a:lvl4pPr indent="-431800" lvl="3" marL="1828800" algn="l">
              <a:lnSpc>
                <a:spcPct val="100000"/>
              </a:lnSpc>
              <a:spcBef>
                <a:spcPts val="1200"/>
              </a:spcBef>
              <a:spcAft>
                <a:spcPts val="0"/>
              </a:spcAft>
              <a:buClr>
                <a:srgbClr val="182B49"/>
              </a:buClr>
              <a:buSzPts val="3200"/>
              <a:buFont typeface="Teko SemiBold"/>
              <a:buChar char="•"/>
              <a:defRPr sz="3200">
                <a:solidFill>
                  <a:srgbClr val="182B49"/>
                </a:solidFill>
                <a:latin typeface="Teko SemiBold"/>
                <a:ea typeface="Teko SemiBold"/>
                <a:cs typeface="Teko SemiBold"/>
                <a:sym typeface="Teko SemiBold"/>
              </a:defRPr>
            </a:lvl4pPr>
            <a:lvl5pPr indent="-228600" lvl="4" marL="2286000" algn="l">
              <a:lnSpc>
                <a:spcPct val="100000"/>
              </a:lnSpc>
              <a:spcBef>
                <a:spcPts val="1200"/>
              </a:spcBef>
              <a:spcAft>
                <a:spcPts val="0"/>
              </a:spcAft>
              <a:buClr>
                <a:srgbClr val="182B49"/>
              </a:buClr>
              <a:buSzPts val="3200"/>
              <a:buFont typeface="Teko SemiBold"/>
              <a:buNone/>
              <a:defRPr sz="3200">
                <a:solidFill>
                  <a:srgbClr val="182B49"/>
                </a:solidFill>
                <a:latin typeface="Teko SemiBold"/>
                <a:ea typeface="Teko SemiBold"/>
                <a:cs typeface="Teko SemiBold"/>
                <a:sym typeface="Teko SemiBold"/>
              </a:defRPr>
            </a:lvl5pPr>
            <a:lvl6pPr indent="-431800" lvl="5" marL="27432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6pPr>
            <a:lvl7pPr indent="-431800" lvl="6" marL="32004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7pPr>
            <a:lvl8pPr indent="-431800" lvl="7" marL="36576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8pPr>
            <a:lvl9pPr indent="-431800" lvl="8" marL="4114800" algn="l">
              <a:lnSpc>
                <a:spcPct val="100000"/>
              </a:lnSpc>
              <a:spcBef>
                <a:spcPts val="1200"/>
              </a:spcBef>
              <a:spcAft>
                <a:spcPts val="0"/>
              </a:spcAft>
              <a:buClr>
                <a:schemeClr val="dk1"/>
              </a:buClr>
              <a:buSzPts val="3200"/>
              <a:buFont typeface="Teko SemiBold"/>
              <a:buChar char="•"/>
              <a:defRPr sz="3200">
                <a:latin typeface="Teko SemiBold"/>
                <a:ea typeface="Teko SemiBold"/>
                <a:cs typeface="Teko SemiBold"/>
                <a:sym typeface="Teko SemiBold"/>
              </a:defRPr>
            </a:lvl9pPr>
          </a:lstStyle>
          <a:p/>
        </p:txBody>
      </p:sp>
      <p:sp>
        <p:nvSpPr>
          <p:cNvPr id="94" name="Google Shape;94;p16"/>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95" name="Shape 95"/>
        <p:cNvGrpSpPr/>
        <p:nvPr/>
      </p:nvGrpSpPr>
      <p:grpSpPr>
        <a:xfrm>
          <a:off x="0" y="0"/>
          <a:ext cx="0" cy="0"/>
          <a:chOff x="0" y="0"/>
          <a:chExt cx="0" cy="0"/>
        </a:xfrm>
      </p:grpSpPr>
      <p:sp>
        <p:nvSpPr>
          <p:cNvPr id="96" name="Google Shape;96;p17"/>
          <p:cNvSpPr/>
          <p:nvPr>
            <p:ph idx="2" type="pic"/>
          </p:nvPr>
        </p:nvSpPr>
        <p:spPr>
          <a:xfrm>
            <a:off x="5910262" y="2647500"/>
            <a:ext cx="2776538" cy="2019774"/>
          </a:xfrm>
          <a:prstGeom prst="roundRect">
            <a:avLst>
              <a:gd fmla="val 4810" name="adj"/>
            </a:avLst>
          </a:prstGeom>
          <a:noFill/>
          <a:ln>
            <a:noFill/>
          </a:ln>
        </p:spPr>
      </p:sp>
      <p:sp>
        <p:nvSpPr>
          <p:cNvPr id="97" name="Google Shape;97;p17"/>
          <p:cNvSpPr/>
          <p:nvPr>
            <p:ph idx="3" type="pic"/>
          </p:nvPr>
        </p:nvSpPr>
        <p:spPr>
          <a:xfrm>
            <a:off x="5910262" y="452296"/>
            <a:ext cx="2776538" cy="2019774"/>
          </a:xfrm>
          <a:prstGeom prst="roundRect">
            <a:avLst>
              <a:gd fmla="val 4810" name="adj"/>
            </a:avLst>
          </a:prstGeom>
          <a:noFill/>
          <a:ln>
            <a:noFill/>
          </a:ln>
        </p:spPr>
      </p:sp>
      <p:sp>
        <p:nvSpPr>
          <p:cNvPr id="98" name="Google Shape;98;p17"/>
          <p:cNvSpPr/>
          <p:nvPr>
            <p:ph idx="4" type="pic"/>
          </p:nvPr>
        </p:nvSpPr>
        <p:spPr>
          <a:xfrm>
            <a:off x="457200" y="452628"/>
            <a:ext cx="5291100" cy="4214700"/>
          </a:xfrm>
          <a:prstGeom prst="roundRect">
            <a:avLst>
              <a:gd fmla="val 2254" name="adj"/>
            </a:avLst>
          </a:prstGeom>
          <a:noFill/>
          <a:ln>
            <a:noFill/>
          </a:ln>
        </p:spPr>
      </p:sp>
      <p:sp>
        <p:nvSpPr>
          <p:cNvPr id="99" name="Google Shape;99;p17"/>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00" name="Shape 100"/>
        <p:cNvGrpSpPr/>
        <p:nvPr/>
      </p:nvGrpSpPr>
      <p:grpSpPr>
        <a:xfrm>
          <a:off x="0" y="0"/>
          <a:ext cx="0" cy="0"/>
          <a:chOff x="0" y="0"/>
          <a:chExt cx="0" cy="0"/>
        </a:xfrm>
      </p:grpSpPr>
      <p:sp>
        <p:nvSpPr>
          <p:cNvPr id="101" name="Google Shape;101;p18"/>
          <p:cNvSpPr/>
          <p:nvPr>
            <p:ph idx="2" type="pic"/>
          </p:nvPr>
        </p:nvSpPr>
        <p:spPr>
          <a:xfrm>
            <a:off x="0" y="0"/>
            <a:ext cx="9144000" cy="5143500"/>
          </a:xfrm>
          <a:prstGeom prst="rect">
            <a:avLst/>
          </a:prstGeom>
          <a:noFill/>
          <a:ln>
            <a:noFill/>
          </a:ln>
        </p:spPr>
      </p:sp>
      <p:sp>
        <p:nvSpPr>
          <p:cNvPr id="102" name="Google Shape;102;p18"/>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me Only">
  <p:cSld name="Frame Only">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algn="l">
              <a:lnSpc>
                <a:spcPct val="100000"/>
              </a:lnSpc>
              <a:spcBef>
                <a:spcPts val="0"/>
              </a:spcBef>
              <a:spcAft>
                <a:spcPts val="0"/>
              </a:spcAft>
              <a:buClr>
                <a:schemeClr val="lt1"/>
              </a:buClr>
              <a:buSzPts val="900"/>
              <a:buFont typeface="Source Sans 3"/>
              <a:buNone/>
              <a:defRPr/>
            </a:lvl1pPr>
            <a:lvl2pPr indent="0" lvl="1" marL="0" algn="l">
              <a:lnSpc>
                <a:spcPct val="100000"/>
              </a:lnSpc>
              <a:spcBef>
                <a:spcPts val="0"/>
              </a:spcBef>
              <a:spcAft>
                <a:spcPts val="0"/>
              </a:spcAft>
              <a:buClr>
                <a:schemeClr val="lt1"/>
              </a:buClr>
              <a:buSzPts val="900"/>
              <a:buFont typeface="Source Sans 3"/>
              <a:buNone/>
              <a:defRPr/>
            </a:lvl2pPr>
            <a:lvl3pPr indent="0" lvl="2" marL="0" algn="l">
              <a:lnSpc>
                <a:spcPct val="100000"/>
              </a:lnSpc>
              <a:spcBef>
                <a:spcPts val="0"/>
              </a:spcBef>
              <a:spcAft>
                <a:spcPts val="0"/>
              </a:spcAft>
              <a:buClr>
                <a:schemeClr val="lt1"/>
              </a:buClr>
              <a:buSzPts val="900"/>
              <a:buFont typeface="Source Sans 3"/>
              <a:buNone/>
              <a:defRPr/>
            </a:lvl3pPr>
            <a:lvl4pPr indent="0" lvl="3" marL="0" algn="l">
              <a:lnSpc>
                <a:spcPct val="100000"/>
              </a:lnSpc>
              <a:spcBef>
                <a:spcPts val="0"/>
              </a:spcBef>
              <a:spcAft>
                <a:spcPts val="0"/>
              </a:spcAft>
              <a:buClr>
                <a:schemeClr val="lt1"/>
              </a:buClr>
              <a:buSzPts val="900"/>
              <a:buFont typeface="Source Sans 3"/>
              <a:buNone/>
              <a:defRPr/>
            </a:lvl4pPr>
            <a:lvl5pPr indent="0" lvl="4" marL="0" algn="l">
              <a:lnSpc>
                <a:spcPct val="100000"/>
              </a:lnSpc>
              <a:spcBef>
                <a:spcPts val="0"/>
              </a:spcBef>
              <a:spcAft>
                <a:spcPts val="0"/>
              </a:spcAft>
              <a:buClr>
                <a:schemeClr val="lt1"/>
              </a:buClr>
              <a:buSzPts val="900"/>
              <a:buFont typeface="Source Sans 3"/>
              <a:buNone/>
              <a:defRPr/>
            </a:lvl5pPr>
            <a:lvl6pPr indent="0" lvl="5" marL="0" algn="l">
              <a:lnSpc>
                <a:spcPct val="100000"/>
              </a:lnSpc>
              <a:spcBef>
                <a:spcPts val="0"/>
              </a:spcBef>
              <a:spcAft>
                <a:spcPts val="0"/>
              </a:spcAft>
              <a:buClr>
                <a:schemeClr val="lt1"/>
              </a:buClr>
              <a:buSzPts val="900"/>
              <a:buFont typeface="Source Sans 3"/>
              <a:buNone/>
              <a:defRPr/>
            </a:lvl6pPr>
            <a:lvl7pPr indent="0" lvl="6" marL="0" algn="l">
              <a:lnSpc>
                <a:spcPct val="100000"/>
              </a:lnSpc>
              <a:spcBef>
                <a:spcPts val="0"/>
              </a:spcBef>
              <a:spcAft>
                <a:spcPts val="0"/>
              </a:spcAft>
              <a:buClr>
                <a:schemeClr val="lt1"/>
              </a:buClr>
              <a:buSzPts val="900"/>
              <a:buFont typeface="Source Sans 3"/>
              <a:buNone/>
              <a:defRPr/>
            </a:lvl7pPr>
            <a:lvl8pPr indent="0" lvl="7" marL="0" algn="l">
              <a:lnSpc>
                <a:spcPct val="100000"/>
              </a:lnSpc>
              <a:spcBef>
                <a:spcPts val="0"/>
              </a:spcBef>
              <a:spcAft>
                <a:spcPts val="0"/>
              </a:spcAft>
              <a:buClr>
                <a:schemeClr val="lt1"/>
              </a:buClr>
              <a:buSzPts val="900"/>
              <a:buFont typeface="Source Sans 3"/>
              <a:buNone/>
              <a:defRPr/>
            </a:lvl8pPr>
            <a:lvl9pPr indent="0" lvl="8" marL="0" algn="l">
              <a:lnSpc>
                <a:spcPct val="100000"/>
              </a:lnSpc>
              <a:spcBef>
                <a:spcPts val="0"/>
              </a:spcBef>
              <a:spcAft>
                <a:spcPts val="0"/>
              </a:spcAft>
              <a:buClr>
                <a:schemeClr val="lt1"/>
              </a:buClr>
              <a:buSzPts val="900"/>
              <a:buFont typeface="Source Sans 3"/>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8.xml"/><Relationship Id="rId11" Type="http://schemas.openxmlformats.org/officeDocument/2006/relationships/slideLayout" Target="../slideLayouts/slideLayout9.xml"/><Relationship Id="rId10" Type="http://schemas.openxmlformats.org/officeDocument/2006/relationships/slideLayout" Target="../slideLayouts/slideLayout8.xml"/><Relationship Id="rId21" Type="http://schemas.openxmlformats.org/officeDocument/2006/relationships/theme" Target="../theme/theme1.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4.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8763" cy="5148263"/>
          </a:xfrm>
          <a:prstGeom prst="rect">
            <a:avLst/>
          </a:prstGeom>
          <a:noFill/>
          <a:ln>
            <a:noFill/>
          </a:ln>
        </p:spPr>
      </p:pic>
      <p:pic>
        <p:nvPicPr>
          <p:cNvPr id="7" name="Google Shape;7;p1"/>
          <p:cNvPicPr preferRelativeResize="0"/>
          <p:nvPr/>
        </p:nvPicPr>
        <p:blipFill rotWithShape="1">
          <a:blip r:embed="rId2">
            <a:alphaModFix/>
          </a:blip>
          <a:srcRect b="0" l="0" r="0" t="0"/>
          <a:stretch/>
        </p:blipFill>
        <p:spPr>
          <a:xfrm>
            <a:off x="7538833" y="240172"/>
            <a:ext cx="1377803" cy="258338"/>
          </a:xfrm>
          <a:prstGeom prst="rect">
            <a:avLst/>
          </a:prstGeom>
          <a:noFill/>
          <a:ln>
            <a:noFill/>
          </a:ln>
        </p:spPr>
      </p:pic>
      <p:sp>
        <p:nvSpPr>
          <p:cNvPr id="8" name="Google Shape;8;p1"/>
          <p:cNvSpPr txBox="1"/>
          <p:nvPr>
            <p:ph idx="12" type="sldNum"/>
          </p:nvPr>
        </p:nvSpPr>
        <p:spPr>
          <a:xfrm>
            <a:off x="182880" y="4854549"/>
            <a:ext cx="274200" cy="219000"/>
          </a:xfrm>
          <a:prstGeom prst="rect">
            <a:avLst/>
          </a:prstGeom>
          <a:noFill/>
          <a:ln>
            <a:noFill/>
          </a:ln>
        </p:spPr>
        <p:txBody>
          <a:bodyPr anchorCtr="0" anchor="ctr" bIns="0" lIns="0" spcFirstLastPara="1" rIns="0" wrap="square" tIns="0">
            <a:noAutofit/>
          </a:bodyPr>
          <a:lstStyle>
            <a:lvl1pPr indent="0" lvl="0"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1pPr>
            <a:lvl2pPr indent="0" lvl="1"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2pPr>
            <a:lvl3pPr indent="0" lvl="2"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3pPr>
            <a:lvl4pPr indent="0" lvl="3"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4pPr>
            <a:lvl5pPr indent="0" lvl="4"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5pPr>
            <a:lvl6pPr indent="0" lvl="5"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6pPr>
            <a:lvl7pPr indent="0" lvl="6"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7pPr>
            <a:lvl8pPr indent="0" lvl="7"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8pPr>
            <a:lvl9pPr indent="0" lvl="8" marL="0" marR="0" rtl="0" algn="l">
              <a:lnSpc>
                <a:spcPct val="100000"/>
              </a:lnSpc>
              <a:spcBef>
                <a:spcPts val="0"/>
              </a:spcBef>
              <a:spcAft>
                <a:spcPts val="0"/>
              </a:spcAft>
              <a:buClr>
                <a:schemeClr val="lt1"/>
              </a:buClr>
              <a:buSzPts val="900"/>
              <a:buFont typeface="Source Sans 3"/>
              <a:buNone/>
              <a:defRPr b="0" i="0" sz="900" u="none" cap="none" strike="noStrike">
                <a:solidFill>
                  <a:schemeClr val="lt1"/>
                </a:solidFill>
                <a:latin typeface="Source Sans 3"/>
                <a:ea typeface="Source Sans 3"/>
                <a:cs typeface="Source Sans 3"/>
                <a:sym typeface="Source Sans 3"/>
              </a:defRPr>
            </a:lvl9pPr>
          </a:lstStyle>
          <a:p>
            <a:pPr indent="0" lvl="0" marL="0" rtl="0" algn="l">
              <a:spcBef>
                <a:spcPts val="0"/>
              </a:spcBef>
              <a:spcAft>
                <a:spcPts val="0"/>
              </a:spcAft>
              <a:buNone/>
            </a:pPr>
            <a:fld id="{00000000-1234-1234-1234-123412341234}" type="slidenum">
              <a:rPr lang="en-US"/>
              <a:t>‹#›</a:t>
            </a:fld>
            <a:endParaRPr/>
          </a:p>
        </p:txBody>
      </p:sp>
      <p:sp>
        <p:nvSpPr>
          <p:cNvPr id="9" name="Google Shape;9;p1"/>
          <p:cNvSpPr txBox="1"/>
          <p:nvPr>
            <p:ph idx="1" type="body"/>
          </p:nvPr>
        </p:nvSpPr>
        <p:spPr>
          <a:xfrm>
            <a:off x="457200" y="1300163"/>
            <a:ext cx="8229600" cy="3128962"/>
          </a:xfrm>
          <a:prstGeom prst="rect">
            <a:avLst/>
          </a:prstGeom>
          <a:noFill/>
          <a:ln>
            <a:noFill/>
          </a:ln>
        </p:spPr>
        <p:txBody>
          <a:bodyPr anchorCtr="0" anchor="t" bIns="0" lIns="0" spcFirstLastPara="1" rIns="0" wrap="square" tIns="0">
            <a:normAutofit/>
          </a:bodyPr>
          <a:lstStyle>
            <a:lvl1pPr indent="-330200" lvl="0" marL="4572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1pPr>
            <a:lvl2pPr indent="-330200" lvl="1" marL="9144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2pPr>
            <a:lvl3pPr indent="-330200" lvl="2" marL="13716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3pPr>
            <a:lvl4pPr indent="-330200" lvl="3" marL="18288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4pPr>
            <a:lvl5pPr indent="-330200" lvl="4" marL="22860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5pPr>
            <a:lvl6pPr indent="-330200" lvl="5" marL="27432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6pPr>
            <a:lvl7pPr indent="-330200" lvl="6" marL="32004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7pPr>
            <a:lvl8pPr indent="-330200" lvl="7" marL="36576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8pPr>
            <a:lvl9pPr indent="-330200" lvl="8" marL="4114800" marR="0" rtl="0">
              <a:lnSpc>
                <a:spcPct val="100000"/>
              </a:lnSpc>
              <a:spcBef>
                <a:spcPts val="1200"/>
              </a:spcBef>
              <a:spcAft>
                <a:spcPts val="0"/>
              </a:spcAft>
              <a:buClr>
                <a:schemeClr val="dk1"/>
              </a:buClr>
              <a:buSzPts val="1600"/>
              <a:buFont typeface="Source Sans 3"/>
              <a:buChar char="•"/>
              <a:defRPr i="0" sz="1600" u="none" cap="none" strike="noStrike">
                <a:solidFill>
                  <a:schemeClr val="dk1"/>
                </a:solidFill>
                <a:latin typeface="Source Sans 3"/>
                <a:ea typeface="Source Sans 3"/>
                <a:cs typeface="Source Sans 3"/>
                <a:sym typeface="Source Sans 3"/>
              </a:defRPr>
            </a:lvl9pPr>
          </a:lstStyle>
          <a:p/>
        </p:txBody>
      </p:sp>
      <p:sp>
        <p:nvSpPr>
          <p:cNvPr id="10" name="Google Shape;10;p1"/>
          <p:cNvSpPr txBox="1"/>
          <p:nvPr>
            <p:ph type="title"/>
          </p:nvPr>
        </p:nvSpPr>
        <p:spPr>
          <a:xfrm>
            <a:off x="457200" y="402336"/>
            <a:ext cx="6375400" cy="657225"/>
          </a:xfrm>
          <a:prstGeom prst="rect">
            <a:avLst/>
          </a:prstGeom>
          <a:noFill/>
          <a:ln>
            <a:noFill/>
          </a:ln>
        </p:spPr>
        <p:txBody>
          <a:bodyPr anchorCtr="0" anchor="t" bIns="0" lIns="0" spcFirstLastPara="1" rIns="0" wrap="square" tIns="0">
            <a:normAutofit/>
          </a:bodyPr>
          <a:lstStyle>
            <a:lvl1pPr lvl="0" marR="0" rtl="0" algn="l">
              <a:lnSpc>
                <a:spcPct val="80000"/>
              </a:lnSpc>
              <a:spcBef>
                <a:spcPts val="0"/>
              </a:spcBef>
              <a:spcAft>
                <a:spcPts val="0"/>
              </a:spcAft>
              <a:buClr>
                <a:schemeClr val="dk1"/>
              </a:buClr>
              <a:buSzPts val="3400"/>
              <a:buFont typeface="Teko SemiBold"/>
              <a:buNone/>
              <a:defRPr i="0" sz="3400" u="none" cap="none" strike="noStrike">
                <a:solidFill>
                  <a:schemeClr val="dk1"/>
                </a:solidFill>
                <a:latin typeface="Teko SemiBold"/>
                <a:ea typeface="Teko SemiBold"/>
                <a:cs typeface="Teko SemiBold"/>
                <a:sym typeface="Teko SemiBold"/>
              </a:defRPr>
            </a:lvl1pPr>
            <a:lvl2pPr lvl="1"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2pPr>
            <a:lvl3pPr lvl="2"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3pPr>
            <a:lvl4pPr lvl="3"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4pPr>
            <a:lvl5pPr lvl="4"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5pPr>
            <a:lvl6pPr lvl="5"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6pPr>
            <a:lvl7pPr lvl="6"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7pPr>
            <a:lvl8pPr lvl="7"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8pPr>
            <a:lvl9pPr lvl="8" marR="0" rtl="0" algn="l">
              <a:lnSpc>
                <a:spcPct val="80000"/>
              </a:lnSpc>
              <a:spcBef>
                <a:spcPts val="0"/>
              </a:spcBef>
              <a:spcAft>
                <a:spcPts val="0"/>
              </a:spcAft>
              <a:buClr>
                <a:srgbClr val="182B49"/>
              </a:buClr>
              <a:buSzPts val="3375"/>
              <a:buFont typeface="Teko"/>
              <a:buNone/>
              <a:defRPr b="1" i="0" sz="3375" u="none" cap="none" strike="noStrike">
                <a:solidFill>
                  <a:srgbClr val="182B49"/>
                </a:solidFill>
                <a:latin typeface="Teko"/>
                <a:ea typeface="Teko"/>
                <a:cs typeface="Teko"/>
                <a:sym typeface="Teko"/>
              </a:defRPr>
            </a:lvl9pPr>
          </a:lstStyle>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orient="horz" pos="819">
          <p15:clr>
            <a:srgbClr val="F26B43"/>
          </p15:clr>
        </p15:guide>
        <p15:guide id="4" orient="horz" pos="2790">
          <p15:clr>
            <a:srgbClr val="F26B43"/>
          </p15:clr>
        </p15:guide>
        <p15:guide id="5" orient="horz" pos="252">
          <p15:clr>
            <a:srgbClr val="F26B43"/>
          </p15:clr>
        </p15:guide>
        <p15:guide id="6" orient="horz" pos="666">
          <p15:clr>
            <a:srgbClr val="F26B43"/>
          </p15:clr>
        </p15:guide>
        <p15:guide id="7" pos="288">
          <p15:clr>
            <a:srgbClr val="F26B43"/>
          </p15:clr>
        </p15:guide>
        <p15:guide id="8" pos="5472">
          <p15:clr>
            <a:srgbClr val="F26B43"/>
          </p15:clr>
        </p15:guide>
        <p15:guide id="9" pos="25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2.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3.jpg"/><Relationship Id="rId4" Type="http://schemas.openxmlformats.org/officeDocument/2006/relationships/image" Target="../media/image17.jpg"/><Relationship Id="rId9" Type="http://schemas.openxmlformats.org/officeDocument/2006/relationships/image" Target="../media/image14.jpg"/><Relationship Id="rId5" Type="http://schemas.openxmlformats.org/officeDocument/2006/relationships/image" Target="../media/image11.jpg"/><Relationship Id="rId6" Type="http://schemas.openxmlformats.org/officeDocument/2006/relationships/image" Target="../media/image9.jpg"/><Relationship Id="rId7" Type="http://schemas.openxmlformats.org/officeDocument/2006/relationships/image" Target="../media/image19.jpg"/><Relationship Id="rId8"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0"/>
          <p:cNvPicPr preferRelativeResize="0"/>
          <p:nvPr>
            <p:ph idx="2" type="pic"/>
          </p:nvPr>
        </p:nvPicPr>
        <p:blipFill rotWithShape="1">
          <a:blip r:embed="rId3">
            <a:alphaModFix/>
          </a:blip>
          <a:srcRect b="0" l="0" r="0" t="10"/>
          <a:stretch/>
        </p:blipFill>
        <p:spPr>
          <a:xfrm>
            <a:off x="6819843" y="286172"/>
            <a:ext cx="2009699" cy="382200"/>
          </a:xfrm>
          <a:prstGeom prst="rect">
            <a:avLst/>
          </a:prstGeom>
        </p:spPr>
      </p:pic>
      <p:sp>
        <p:nvSpPr>
          <p:cNvPr id="110" name="Google Shape;110;p20"/>
          <p:cNvSpPr txBox="1"/>
          <p:nvPr>
            <p:ph type="title"/>
          </p:nvPr>
        </p:nvSpPr>
        <p:spPr>
          <a:xfrm>
            <a:off x="457200" y="1057275"/>
            <a:ext cx="8229600" cy="17118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US">
                <a:solidFill>
                  <a:schemeClr val="dk2"/>
                </a:solidFill>
              </a:rPr>
              <a:t>Coral Gardeners</a:t>
            </a:r>
            <a:r>
              <a:rPr lang="en-US"/>
              <a:t> Oral Update</a:t>
            </a:r>
            <a:endParaRPr/>
          </a:p>
        </p:txBody>
      </p:sp>
      <p:sp>
        <p:nvSpPr>
          <p:cNvPr id="111" name="Google Shape;111;p20"/>
          <p:cNvSpPr txBox="1"/>
          <p:nvPr>
            <p:ph idx="3" type="subTitle"/>
          </p:nvPr>
        </p:nvSpPr>
        <p:spPr>
          <a:xfrm>
            <a:off x="457200" y="2931450"/>
            <a:ext cx="8229600" cy="257100"/>
          </a:xfrm>
          <a:prstGeom prst="rect">
            <a:avLst/>
          </a:prstGeom>
        </p:spPr>
        <p:txBody>
          <a:bodyPr anchorCtr="0" anchor="t" bIns="0" lIns="18275" spcFirstLastPara="1" rIns="0" wrap="square" tIns="0">
            <a:normAutofit/>
          </a:bodyPr>
          <a:lstStyle/>
          <a:p>
            <a:pPr indent="0" lvl="0" marL="0" rtl="0" algn="l">
              <a:spcBef>
                <a:spcPts val="1200"/>
              </a:spcBef>
              <a:spcAft>
                <a:spcPts val="0"/>
              </a:spcAft>
              <a:buNone/>
            </a:pPr>
            <a:r>
              <a:rPr lang="en-US"/>
              <a:t>CSE 237D| </a:t>
            </a:r>
            <a:r>
              <a:rPr lang="en-US"/>
              <a:t>Marlyn Arque Rupa, Aleksa Popovic, Ewan Shen, </a:t>
            </a:r>
            <a:r>
              <a:rPr lang="en-US"/>
              <a:t>Vibusha Vadivel, Kaleigh Edusada</a:t>
            </a:r>
            <a:endParaRPr/>
          </a:p>
        </p:txBody>
      </p:sp>
      <p:pic>
        <p:nvPicPr>
          <p:cNvPr id="112" name="Google Shape;112;p20" title="image (2).png"/>
          <p:cNvPicPr preferRelativeResize="0"/>
          <p:nvPr/>
        </p:nvPicPr>
        <p:blipFill>
          <a:blip r:embed="rId4">
            <a:alphaModFix/>
          </a:blip>
          <a:stretch>
            <a:fillRect/>
          </a:stretch>
        </p:blipFill>
        <p:spPr>
          <a:xfrm>
            <a:off x="381825" y="1811238"/>
            <a:ext cx="3732977" cy="10881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457200" y="402336"/>
            <a:ext cx="3657600" cy="653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Overview</a:t>
            </a:r>
            <a:endParaRPr/>
          </a:p>
        </p:txBody>
      </p:sp>
      <p:sp>
        <p:nvSpPr>
          <p:cNvPr id="118" name="Google Shape;118;p21"/>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19" name="Google Shape;119;p21"/>
          <p:cNvSpPr txBox="1"/>
          <p:nvPr/>
        </p:nvSpPr>
        <p:spPr>
          <a:xfrm>
            <a:off x="457075" y="1053925"/>
            <a:ext cx="8229600" cy="3375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Motivation: Coral health depends on biodiversity</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Solution: Detection/Classification of fish species with computer vision</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Key Problems:</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Poor lighting, </a:t>
            </a:r>
            <a:r>
              <a:rPr lang="en-US" sz="1800">
                <a:highlight>
                  <a:srgbClr val="FFFFFF"/>
                </a:highlight>
                <a:latin typeface="Source Sans 3"/>
                <a:ea typeface="Source Sans 3"/>
                <a:cs typeface="Source Sans 3"/>
                <a:sym typeface="Source Sans 3"/>
              </a:rPr>
              <a:t>camouflage</a:t>
            </a:r>
            <a:r>
              <a:rPr lang="en-US" sz="1800">
                <a:highlight>
                  <a:srgbClr val="FFFFFF"/>
                </a:highlight>
                <a:latin typeface="Source Sans 3"/>
                <a:ea typeface="Source Sans 3"/>
                <a:cs typeface="Source Sans 3"/>
                <a:sym typeface="Source Sans 3"/>
              </a:rPr>
              <a:t>, backscatter, </a:t>
            </a:r>
            <a:r>
              <a:rPr lang="en-US" sz="1800">
                <a:highlight>
                  <a:srgbClr val="FFFFFF"/>
                </a:highlight>
                <a:latin typeface="Source Sans 3"/>
                <a:ea typeface="Source Sans 3"/>
                <a:cs typeface="Source Sans 3"/>
                <a:sym typeface="Source Sans 3"/>
              </a:rPr>
              <a:t>buoys</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Domain Shift: Training Data =/= Real Data</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Lack of properly labeled datasets</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Our Approach:</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120" name="Google Shape;120;p21" title="updated.drawio.png"/>
          <p:cNvPicPr preferRelativeResize="0"/>
          <p:nvPr/>
        </p:nvPicPr>
        <p:blipFill>
          <a:blip r:embed="rId3">
            <a:alphaModFix/>
          </a:blip>
          <a:stretch>
            <a:fillRect/>
          </a:stretch>
        </p:blipFill>
        <p:spPr>
          <a:xfrm>
            <a:off x="1143138" y="3733125"/>
            <a:ext cx="6928775" cy="87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Project Objectives</a:t>
            </a:r>
            <a:endParaRPr/>
          </a:p>
        </p:txBody>
      </p:sp>
      <p:sp>
        <p:nvSpPr>
          <p:cNvPr id="126" name="Google Shape;126;p22"/>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27" name="Google Shape;127;p22"/>
          <p:cNvSpPr txBox="1"/>
          <p:nvPr/>
        </p:nvSpPr>
        <p:spPr>
          <a:xfrm>
            <a:off x="457075" y="1053925"/>
            <a:ext cx="8229600" cy="3375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Objectives</a:t>
            </a:r>
            <a:r>
              <a:rPr lang="en-US" sz="1800">
                <a:highlight>
                  <a:srgbClr val="FFFFFF"/>
                </a:highlight>
                <a:latin typeface="Source Sans 3"/>
                <a:ea typeface="Source Sans 3"/>
                <a:cs typeface="Source Sans 3"/>
                <a:sym typeface="Source Sans 3"/>
              </a:rPr>
              <a:t>:</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End-to-end pipeline</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Evaluation of pipeline</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Deliverables:</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Python package</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Trained detection/classification pipeline</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Evaluation results and documentation</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Milestones:</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128" name="Google Shape;128;p22" title="Timeline.drawio.png"/>
          <p:cNvPicPr preferRelativeResize="0"/>
          <p:nvPr/>
        </p:nvPicPr>
        <p:blipFill>
          <a:blip r:embed="rId3">
            <a:alphaModFix/>
          </a:blip>
          <a:stretch>
            <a:fillRect/>
          </a:stretch>
        </p:blipFill>
        <p:spPr>
          <a:xfrm>
            <a:off x="1008971" y="3946225"/>
            <a:ext cx="7125800" cy="72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MVP</a:t>
            </a:r>
            <a:endParaRPr/>
          </a:p>
        </p:txBody>
      </p:sp>
      <p:sp>
        <p:nvSpPr>
          <p:cNvPr id="134" name="Google Shape;134;p23"/>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35" name="Google Shape;135;p23"/>
          <p:cNvSpPr txBox="1"/>
          <p:nvPr/>
        </p:nvSpPr>
        <p:spPr>
          <a:xfrm>
            <a:off x="457075" y="1053925"/>
            <a:ext cx="8229600" cy="3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Accomplishments: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MVP goals:</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A working Python package that can segment fish in reef images ✅</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A working classifier that can be changed for a specific location ✅</a:t>
            </a:r>
            <a:endParaRPr sz="1800">
              <a:highlight>
                <a:srgbClr val="FFFFFF"/>
              </a:highlight>
              <a:latin typeface="Source Sans 3"/>
              <a:ea typeface="Source Sans 3"/>
              <a:cs typeface="Source Sans 3"/>
              <a:sym typeface="Source Sans 3"/>
            </a:endParaRPr>
          </a:p>
          <a:p>
            <a:pPr indent="-342900" lvl="1" marL="9144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Initial evaluation on given dataset or similar reef imagery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Identified failures </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Improved pipeline performance</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Evaluated 5 different models</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457200" y="402325"/>
            <a:ext cx="3572100" cy="6537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MVP - Data Segmentation</a:t>
            </a:r>
            <a:endParaRPr/>
          </a:p>
        </p:txBody>
      </p:sp>
      <p:sp>
        <p:nvSpPr>
          <p:cNvPr id="141" name="Google Shape;141;p24"/>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42" name="Google Shape;142;p24"/>
          <p:cNvSpPr txBox="1"/>
          <p:nvPr>
            <p:ph idx="1" type="body"/>
          </p:nvPr>
        </p:nvSpPr>
        <p:spPr>
          <a:xfrm>
            <a:off x="6214050" y="1136125"/>
            <a:ext cx="2823600" cy="4002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lang="en-US"/>
              <a:t>Model segmentation: </a:t>
            </a:r>
            <a:endParaRPr/>
          </a:p>
        </p:txBody>
      </p:sp>
      <p:pic>
        <p:nvPicPr>
          <p:cNvPr id="143" name="Google Shape;143;p24" title="09_14_2023_12_16_33_jpg.rf.7e4dad46e67d6436b70bf0ef8909d673.jpg"/>
          <p:cNvPicPr preferRelativeResize="0"/>
          <p:nvPr/>
        </p:nvPicPr>
        <p:blipFill>
          <a:blip r:embed="rId3">
            <a:alphaModFix/>
          </a:blip>
          <a:stretch>
            <a:fillRect/>
          </a:stretch>
        </p:blipFill>
        <p:spPr>
          <a:xfrm>
            <a:off x="249675" y="3148850"/>
            <a:ext cx="2718101" cy="1528951"/>
          </a:xfrm>
          <a:prstGeom prst="rect">
            <a:avLst/>
          </a:prstGeom>
          <a:noFill/>
          <a:ln>
            <a:noFill/>
          </a:ln>
        </p:spPr>
      </p:pic>
      <p:pic>
        <p:nvPicPr>
          <p:cNvPr id="144" name="Google Shape;144;p24" title="06_30_2023_08_52_03_jpg.rf.1b53e86e69a7e5ba5d610345c73ca878.jpg"/>
          <p:cNvPicPr preferRelativeResize="0"/>
          <p:nvPr/>
        </p:nvPicPr>
        <p:blipFill>
          <a:blip r:embed="rId4">
            <a:alphaModFix/>
          </a:blip>
          <a:stretch>
            <a:fillRect/>
          </a:stretch>
        </p:blipFill>
        <p:spPr>
          <a:xfrm>
            <a:off x="249675" y="1451812"/>
            <a:ext cx="2718101" cy="1528932"/>
          </a:xfrm>
          <a:prstGeom prst="rect">
            <a:avLst/>
          </a:prstGeom>
          <a:noFill/>
          <a:ln>
            <a:noFill/>
          </a:ln>
        </p:spPr>
      </p:pic>
      <p:pic>
        <p:nvPicPr>
          <p:cNvPr id="145" name="Google Shape;145;p24" title="09_14_2023_13_15_33_jpg.rf.92972e8aa3e1b664a269eff1248ea7a8__det000__conf0.708.jpg"/>
          <p:cNvPicPr preferRelativeResize="0"/>
          <p:nvPr/>
        </p:nvPicPr>
        <p:blipFill>
          <a:blip r:embed="rId5">
            <a:alphaModFix/>
          </a:blip>
          <a:stretch>
            <a:fillRect/>
          </a:stretch>
        </p:blipFill>
        <p:spPr>
          <a:xfrm>
            <a:off x="6130825" y="2773213"/>
            <a:ext cx="929175" cy="901850"/>
          </a:xfrm>
          <a:prstGeom prst="rect">
            <a:avLst/>
          </a:prstGeom>
          <a:noFill/>
          <a:ln>
            <a:noFill/>
          </a:ln>
        </p:spPr>
      </p:pic>
      <p:pic>
        <p:nvPicPr>
          <p:cNvPr id="146" name="Google Shape;146;p24" title="09_14_2023_13_11_33_jpg.rf.74b8790fd87458fb22dc4f950540cdfc__det001__conf0.713.jpg"/>
          <p:cNvPicPr preferRelativeResize="0"/>
          <p:nvPr/>
        </p:nvPicPr>
        <p:blipFill>
          <a:blip r:embed="rId6">
            <a:alphaModFix/>
          </a:blip>
          <a:stretch>
            <a:fillRect/>
          </a:stretch>
        </p:blipFill>
        <p:spPr>
          <a:xfrm>
            <a:off x="6097850" y="1720825"/>
            <a:ext cx="995134" cy="901850"/>
          </a:xfrm>
          <a:prstGeom prst="rect">
            <a:avLst/>
          </a:prstGeom>
          <a:noFill/>
          <a:ln>
            <a:noFill/>
          </a:ln>
        </p:spPr>
      </p:pic>
      <p:pic>
        <p:nvPicPr>
          <p:cNvPr id="147" name="Google Shape;147;p24" title="09_14_2023_12_59_33_jpg.rf.2d533871daacdc6abd22d3cb719a988d__det006__conf0.640.jpg"/>
          <p:cNvPicPr preferRelativeResize="0"/>
          <p:nvPr/>
        </p:nvPicPr>
        <p:blipFill>
          <a:blip r:embed="rId7">
            <a:alphaModFix/>
          </a:blip>
          <a:stretch>
            <a:fillRect/>
          </a:stretch>
        </p:blipFill>
        <p:spPr>
          <a:xfrm>
            <a:off x="6130826" y="3825626"/>
            <a:ext cx="929175" cy="803334"/>
          </a:xfrm>
          <a:prstGeom prst="rect">
            <a:avLst/>
          </a:prstGeom>
          <a:noFill/>
          <a:ln>
            <a:noFill/>
          </a:ln>
        </p:spPr>
      </p:pic>
      <p:pic>
        <p:nvPicPr>
          <p:cNvPr id="148" name="Google Shape;148;p24" title="09_14_2023_13_56_33_jpg.rf.8d4b18a6859acee90349d3464168968d__det001__conf0.744.jpg"/>
          <p:cNvPicPr preferRelativeResize="0"/>
          <p:nvPr/>
        </p:nvPicPr>
        <p:blipFill>
          <a:blip r:embed="rId8">
            <a:alphaModFix/>
          </a:blip>
          <a:stretch>
            <a:fillRect/>
          </a:stretch>
        </p:blipFill>
        <p:spPr>
          <a:xfrm>
            <a:off x="7204401" y="2426013"/>
            <a:ext cx="1639150" cy="633800"/>
          </a:xfrm>
          <a:prstGeom prst="rect">
            <a:avLst/>
          </a:prstGeom>
          <a:noFill/>
          <a:ln>
            <a:noFill/>
          </a:ln>
        </p:spPr>
      </p:pic>
      <p:pic>
        <p:nvPicPr>
          <p:cNvPr id="149" name="Google Shape;149;p24" title="08_18_2023_16_06_46_jpg.rf.f71e896da2f24b36d8d5171053c0ba0e__det000__conf0.890.jpg"/>
          <p:cNvPicPr preferRelativeResize="0"/>
          <p:nvPr/>
        </p:nvPicPr>
        <p:blipFill>
          <a:blip r:embed="rId9">
            <a:alphaModFix/>
          </a:blip>
          <a:stretch>
            <a:fillRect/>
          </a:stretch>
        </p:blipFill>
        <p:spPr>
          <a:xfrm>
            <a:off x="7204399" y="3233924"/>
            <a:ext cx="1639158" cy="751525"/>
          </a:xfrm>
          <a:prstGeom prst="rect">
            <a:avLst/>
          </a:prstGeom>
          <a:noFill/>
          <a:ln>
            <a:noFill/>
          </a:ln>
        </p:spPr>
      </p:pic>
      <p:sp>
        <p:nvSpPr>
          <p:cNvPr id="150" name="Google Shape;150;p24"/>
          <p:cNvSpPr txBox="1"/>
          <p:nvPr/>
        </p:nvSpPr>
        <p:spPr>
          <a:xfrm>
            <a:off x="3212925" y="10560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Mask Examples (for </a:t>
            </a:r>
            <a:r>
              <a:rPr lang="en-US"/>
              <a:t>SAM3</a:t>
            </a:r>
            <a:r>
              <a:rPr lang="en-US"/>
              <a:t>):</a:t>
            </a:r>
            <a:endParaRPr/>
          </a:p>
        </p:txBody>
      </p:sp>
      <p:pic>
        <p:nvPicPr>
          <p:cNvPr id="151" name="Google Shape;151;p24" title="07_01_2023_07_25_27_jpg.rf.2b1d14951310392341327c9b40825184__sam3_002__score0.809_mask.png"/>
          <p:cNvPicPr preferRelativeResize="0"/>
          <p:nvPr/>
        </p:nvPicPr>
        <p:blipFill>
          <a:blip r:embed="rId10">
            <a:alphaModFix/>
          </a:blip>
          <a:stretch>
            <a:fillRect/>
          </a:stretch>
        </p:blipFill>
        <p:spPr>
          <a:xfrm>
            <a:off x="3212425" y="1404827"/>
            <a:ext cx="2756976" cy="1550799"/>
          </a:xfrm>
          <a:prstGeom prst="rect">
            <a:avLst/>
          </a:prstGeom>
          <a:noFill/>
          <a:ln>
            <a:noFill/>
          </a:ln>
        </p:spPr>
      </p:pic>
      <p:pic>
        <p:nvPicPr>
          <p:cNvPr id="152" name="Google Shape;152;p24" title="07_01_2023_07_45_27_jpg.rf.b19041ead6d0ef26af9ffa158c8443f4__sam3_000__score0.938_mask.png"/>
          <p:cNvPicPr preferRelativeResize="0"/>
          <p:nvPr/>
        </p:nvPicPr>
        <p:blipFill>
          <a:blip r:embed="rId11">
            <a:alphaModFix/>
          </a:blip>
          <a:stretch>
            <a:fillRect/>
          </a:stretch>
        </p:blipFill>
        <p:spPr>
          <a:xfrm>
            <a:off x="3212925" y="3090975"/>
            <a:ext cx="2756976" cy="1550775"/>
          </a:xfrm>
          <a:prstGeom prst="rect">
            <a:avLst/>
          </a:prstGeom>
          <a:noFill/>
          <a:ln>
            <a:noFill/>
          </a:ln>
        </p:spPr>
      </p:pic>
      <p:sp>
        <p:nvSpPr>
          <p:cNvPr id="153" name="Google Shape;153;p24"/>
          <p:cNvSpPr txBox="1"/>
          <p:nvPr>
            <p:ph idx="1" type="body"/>
          </p:nvPr>
        </p:nvSpPr>
        <p:spPr>
          <a:xfrm>
            <a:off x="190975" y="1136125"/>
            <a:ext cx="1222500" cy="4002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lang="en-US"/>
              <a:t>Input Images: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457200" y="402325"/>
            <a:ext cx="4795800" cy="653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MVP - Stats for Segmentation</a:t>
            </a:r>
            <a:endParaRPr/>
          </a:p>
        </p:txBody>
      </p:sp>
      <p:sp>
        <p:nvSpPr>
          <p:cNvPr id="159" name="Google Shape;159;p25"/>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60" name="Google Shape;160;p25"/>
          <p:cNvSpPr txBox="1"/>
          <p:nvPr>
            <p:ph idx="1" type="body"/>
          </p:nvPr>
        </p:nvSpPr>
        <p:spPr>
          <a:xfrm>
            <a:off x="182863" y="1010150"/>
            <a:ext cx="2307000" cy="396000"/>
          </a:xfrm>
          <a:prstGeom prst="rect">
            <a:avLst/>
          </a:prstGeom>
        </p:spPr>
        <p:txBody>
          <a:bodyPr anchorCtr="0" anchor="t" bIns="0" lIns="0" spcFirstLastPara="1" rIns="0" wrap="square" tIns="0">
            <a:normAutofit lnSpcReduction="20000"/>
          </a:bodyPr>
          <a:lstStyle/>
          <a:p>
            <a:pPr indent="0" lvl="0" marL="0" rtl="0" algn="l">
              <a:spcBef>
                <a:spcPts val="1200"/>
              </a:spcBef>
              <a:spcAft>
                <a:spcPts val="0"/>
              </a:spcAft>
              <a:buNone/>
            </a:pPr>
            <a:r>
              <a:rPr lang="en-US"/>
              <a:t>Deepfish Kaggle Dataset (RF_DETR)</a:t>
            </a:r>
            <a:endParaRPr/>
          </a:p>
        </p:txBody>
      </p:sp>
      <p:pic>
        <p:nvPicPr>
          <p:cNvPr id="161" name="Google Shape;161;p25" title="Screenshot 2026-05-06 232523.png"/>
          <p:cNvPicPr preferRelativeResize="0"/>
          <p:nvPr/>
        </p:nvPicPr>
        <p:blipFill rotWithShape="1">
          <a:blip r:embed="rId3">
            <a:alphaModFix/>
          </a:blip>
          <a:srcRect b="0" l="0" r="35700" t="0"/>
          <a:stretch/>
        </p:blipFill>
        <p:spPr>
          <a:xfrm>
            <a:off x="2361100" y="1821275"/>
            <a:ext cx="2092660" cy="2314375"/>
          </a:xfrm>
          <a:prstGeom prst="rect">
            <a:avLst/>
          </a:prstGeom>
          <a:noFill/>
          <a:ln>
            <a:noFill/>
          </a:ln>
        </p:spPr>
      </p:pic>
      <p:pic>
        <p:nvPicPr>
          <p:cNvPr id="162" name="Google Shape;162;p25" title="Screenshot 2026-05-06 232551.png"/>
          <p:cNvPicPr preferRelativeResize="0"/>
          <p:nvPr/>
        </p:nvPicPr>
        <p:blipFill rotWithShape="1">
          <a:blip r:embed="rId4">
            <a:alphaModFix/>
          </a:blip>
          <a:srcRect b="0" l="0" r="6253" t="0"/>
          <a:stretch/>
        </p:blipFill>
        <p:spPr>
          <a:xfrm>
            <a:off x="202225" y="1821275"/>
            <a:ext cx="1908938" cy="2314375"/>
          </a:xfrm>
          <a:prstGeom prst="rect">
            <a:avLst/>
          </a:prstGeom>
          <a:noFill/>
          <a:ln>
            <a:noFill/>
          </a:ln>
        </p:spPr>
      </p:pic>
      <p:sp>
        <p:nvSpPr>
          <p:cNvPr id="163" name="Google Shape;163;p25"/>
          <p:cNvSpPr txBox="1"/>
          <p:nvPr>
            <p:ph idx="1" type="body"/>
          </p:nvPr>
        </p:nvSpPr>
        <p:spPr>
          <a:xfrm>
            <a:off x="2361100" y="1010150"/>
            <a:ext cx="2434200" cy="396000"/>
          </a:xfrm>
          <a:prstGeom prst="rect">
            <a:avLst/>
          </a:prstGeom>
        </p:spPr>
        <p:txBody>
          <a:bodyPr anchorCtr="0" anchor="t" bIns="0" lIns="0" spcFirstLastPara="1" rIns="0" wrap="square" tIns="0">
            <a:normAutofit lnSpcReduction="20000"/>
          </a:bodyPr>
          <a:lstStyle/>
          <a:p>
            <a:pPr indent="0" lvl="0" marL="0" rtl="0" algn="l">
              <a:spcBef>
                <a:spcPts val="1200"/>
              </a:spcBef>
              <a:spcAft>
                <a:spcPts val="0"/>
              </a:spcAft>
              <a:buNone/>
            </a:pPr>
            <a:r>
              <a:rPr lang="en-US"/>
              <a:t>Coral Gardeners Dataset (RF_DETR)</a:t>
            </a:r>
            <a:endParaRPr/>
          </a:p>
        </p:txBody>
      </p:sp>
      <p:pic>
        <p:nvPicPr>
          <p:cNvPr id="164" name="Google Shape;164;p25" title="Screenshot 2026-05-07 011052.png"/>
          <p:cNvPicPr preferRelativeResize="0"/>
          <p:nvPr/>
        </p:nvPicPr>
        <p:blipFill rotWithShape="1">
          <a:blip r:embed="rId5">
            <a:alphaModFix/>
          </a:blip>
          <a:srcRect b="0" l="0" r="6786" t="0"/>
          <a:stretch/>
        </p:blipFill>
        <p:spPr>
          <a:xfrm>
            <a:off x="6825700" y="1821275"/>
            <a:ext cx="1779325" cy="2314375"/>
          </a:xfrm>
          <a:prstGeom prst="rect">
            <a:avLst/>
          </a:prstGeom>
          <a:noFill/>
          <a:ln>
            <a:noFill/>
          </a:ln>
        </p:spPr>
      </p:pic>
      <p:sp>
        <p:nvSpPr>
          <p:cNvPr id="165" name="Google Shape;165;p25"/>
          <p:cNvSpPr txBox="1"/>
          <p:nvPr/>
        </p:nvSpPr>
        <p:spPr>
          <a:xfrm>
            <a:off x="6825700" y="869600"/>
            <a:ext cx="2307000" cy="677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lang="en-US" sz="1600">
                <a:solidFill>
                  <a:schemeClr val="dk1"/>
                </a:solidFill>
                <a:latin typeface="Source Sans 3"/>
                <a:ea typeface="Source Sans 3"/>
                <a:cs typeface="Source Sans 3"/>
                <a:sym typeface="Source Sans 3"/>
              </a:rPr>
              <a:t>Coral Gardeners Dataset (SAM3)</a:t>
            </a:r>
            <a:endParaRPr/>
          </a:p>
        </p:txBody>
      </p:sp>
      <p:sp>
        <p:nvSpPr>
          <p:cNvPr id="166" name="Google Shape;166;p25"/>
          <p:cNvSpPr/>
          <p:nvPr/>
        </p:nvSpPr>
        <p:spPr>
          <a:xfrm>
            <a:off x="202225" y="3515225"/>
            <a:ext cx="1119300" cy="172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167" name="Google Shape;167;p25"/>
          <p:cNvSpPr/>
          <p:nvPr/>
        </p:nvSpPr>
        <p:spPr>
          <a:xfrm>
            <a:off x="2394924" y="3570950"/>
            <a:ext cx="1071000" cy="172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168" name="Google Shape;168;p25"/>
          <p:cNvSpPr/>
          <p:nvPr/>
        </p:nvSpPr>
        <p:spPr>
          <a:xfrm>
            <a:off x="4935975" y="3515225"/>
            <a:ext cx="1034400" cy="172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pic>
        <p:nvPicPr>
          <p:cNvPr id="169" name="Google Shape;169;p25" title="Screenshot 2026-05-07 092537.png"/>
          <p:cNvPicPr preferRelativeResize="0"/>
          <p:nvPr/>
        </p:nvPicPr>
        <p:blipFill>
          <a:blip r:embed="rId6">
            <a:alphaModFix/>
          </a:blip>
          <a:stretch>
            <a:fillRect/>
          </a:stretch>
        </p:blipFill>
        <p:spPr>
          <a:xfrm>
            <a:off x="4719050" y="1821275"/>
            <a:ext cx="1841358" cy="2314375"/>
          </a:xfrm>
          <a:prstGeom prst="rect">
            <a:avLst/>
          </a:prstGeom>
          <a:noFill/>
          <a:ln>
            <a:noFill/>
          </a:ln>
        </p:spPr>
      </p:pic>
      <p:sp>
        <p:nvSpPr>
          <p:cNvPr id="170" name="Google Shape;170;p25"/>
          <p:cNvSpPr txBox="1"/>
          <p:nvPr/>
        </p:nvSpPr>
        <p:spPr>
          <a:xfrm>
            <a:off x="4546625" y="869600"/>
            <a:ext cx="2595300" cy="6771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lang="en-US" sz="1600">
                <a:solidFill>
                  <a:schemeClr val="dk1"/>
                </a:solidFill>
                <a:latin typeface="Source Sans 3"/>
                <a:ea typeface="Source Sans 3"/>
                <a:cs typeface="Source Sans 3"/>
                <a:sym typeface="Source Sans 3"/>
              </a:rPr>
              <a:t>Deepfish Kaggle Dataset (SAM3)</a:t>
            </a:r>
            <a:endParaRPr/>
          </a:p>
        </p:txBody>
      </p:sp>
      <p:sp>
        <p:nvSpPr>
          <p:cNvPr id="171" name="Google Shape;171;p25"/>
          <p:cNvSpPr/>
          <p:nvPr/>
        </p:nvSpPr>
        <p:spPr>
          <a:xfrm>
            <a:off x="4739350" y="3550850"/>
            <a:ext cx="1119300" cy="172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172" name="Google Shape;172;p25"/>
          <p:cNvSpPr/>
          <p:nvPr/>
        </p:nvSpPr>
        <p:spPr>
          <a:xfrm>
            <a:off x="6848999" y="3550850"/>
            <a:ext cx="1071000" cy="1725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173" name="Google Shape;173;p25"/>
          <p:cNvSpPr/>
          <p:nvPr/>
        </p:nvSpPr>
        <p:spPr>
          <a:xfrm>
            <a:off x="4560150" y="963775"/>
            <a:ext cx="23700" cy="358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Sans 3"/>
              <a:ea typeface="Source Sans 3"/>
              <a:cs typeface="Source Sans 3"/>
              <a:sym typeface="Source Sans 3"/>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title"/>
          </p:nvPr>
        </p:nvSpPr>
        <p:spPr>
          <a:xfrm>
            <a:off x="457200" y="402325"/>
            <a:ext cx="4353000" cy="653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MVP - Classification BioCLIP</a:t>
            </a:r>
            <a:endParaRPr/>
          </a:p>
        </p:txBody>
      </p:sp>
      <p:sp>
        <p:nvSpPr>
          <p:cNvPr id="179" name="Google Shape;179;p26"/>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80" name="Google Shape;180;p26"/>
          <p:cNvSpPr txBox="1"/>
          <p:nvPr>
            <p:ph idx="1" type="body"/>
          </p:nvPr>
        </p:nvSpPr>
        <p:spPr>
          <a:xfrm>
            <a:off x="265025" y="1494950"/>
            <a:ext cx="2191200" cy="3921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lang="en-US"/>
              <a:t>Coral Gardeners Data Set</a:t>
            </a:r>
            <a:endParaRPr/>
          </a:p>
        </p:txBody>
      </p:sp>
      <p:pic>
        <p:nvPicPr>
          <p:cNvPr id="181" name="Google Shape;181;p26"/>
          <p:cNvPicPr preferRelativeResize="0"/>
          <p:nvPr/>
        </p:nvPicPr>
        <p:blipFill>
          <a:blip r:embed="rId3">
            <a:alphaModFix/>
          </a:blip>
          <a:stretch>
            <a:fillRect/>
          </a:stretch>
        </p:blipFill>
        <p:spPr>
          <a:xfrm>
            <a:off x="4810118" y="2441359"/>
            <a:ext cx="3906374" cy="2282099"/>
          </a:xfrm>
          <a:prstGeom prst="rect">
            <a:avLst/>
          </a:prstGeom>
          <a:noFill/>
          <a:ln>
            <a:noFill/>
          </a:ln>
        </p:spPr>
      </p:pic>
      <p:sp>
        <p:nvSpPr>
          <p:cNvPr id="182" name="Google Shape;182;p26"/>
          <p:cNvSpPr txBox="1"/>
          <p:nvPr>
            <p:ph idx="1" type="body"/>
          </p:nvPr>
        </p:nvSpPr>
        <p:spPr>
          <a:xfrm>
            <a:off x="4810125" y="1494950"/>
            <a:ext cx="3977400" cy="31290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lang="en-US"/>
              <a:t>iNaturalist Data Set</a:t>
            </a:r>
            <a:endParaRPr/>
          </a:p>
          <a:p>
            <a:pPr indent="-330200" lvl="0" marL="457200" rtl="0" algn="l">
              <a:spcBef>
                <a:spcPts val="1200"/>
              </a:spcBef>
              <a:spcAft>
                <a:spcPts val="0"/>
              </a:spcAft>
              <a:buSzPts val="1600"/>
              <a:buChar char="-"/>
            </a:pPr>
            <a:r>
              <a:rPr lang="en-US"/>
              <a:t>real world images for classification with specific scientific labels</a:t>
            </a:r>
            <a:endParaRPr/>
          </a:p>
        </p:txBody>
      </p:sp>
      <p:sp>
        <p:nvSpPr>
          <p:cNvPr id="183" name="Google Shape;183;p26"/>
          <p:cNvSpPr txBox="1"/>
          <p:nvPr>
            <p:ph idx="1" type="body"/>
          </p:nvPr>
        </p:nvSpPr>
        <p:spPr>
          <a:xfrm>
            <a:off x="265025" y="1105025"/>
            <a:ext cx="4422900" cy="653700"/>
          </a:xfrm>
          <a:prstGeom prst="rect">
            <a:avLst/>
          </a:prstGeom>
        </p:spPr>
        <p:txBody>
          <a:bodyPr anchorCtr="0" anchor="t" bIns="0" lIns="0" spcFirstLastPara="1" rIns="0" wrap="square" tIns="0">
            <a:normAutofit/>
          </a:bodyPr>
          <a:lstStyle/>
          <a:p>
            <a:pPr indent="0" lvl="0" marL="0" rtl="0" algn="l">
              <a:spcBef>
                <a:spcPts val="1200"/>
              </a:spcBef>
              <a:spcAft>
                <a:spcPts val="0"/>
              </a:spcAft>
              <a:buNone/>
            </a:pPr>
            <a:r>
              <a:rPr lang="en-US"/>
              <a:t>BioCLIP - Image -&gt; species labels to predict match</a:t>
            </a:r>
            <a:endParaRPr/>
          </a:p>
        </p:txBody>
      </p:sp>
      <p:pic>
        <p:nvPicPr>
          <p:cNvPr id="184" name="Google Shape;184;p26" title="Screenshot 2026-05-07 001740.png"/>
          <p:cNvPicPr preferRelativeResize="0"/>
          <p:nvPr/>
        </p:nvPicPr>
        <p:blipFill>
          <a:blip r:embed="rId4">
            <a:alphaModFix/>
          </a:blip>
          <a:stretch>
            <a:fillRect/>
          </a:stretch>
        </p:blipFill>
        <p:spPr>
          <a:xfrm>
            <a:off x="265022" y="2046650"/>
            <a:ext cx="3763975" cy="762875"/>
          </a:xfrm>
          <a:prstGeom prst="rect">
            <a:avLst/>
          </a:prstGeom>
          <a:noFill/>
          <a:ln>
            <a:noFill/>
          </a:ln>
        </p:spPr>
      </p:pic>
      <p:pic>
        <p:nvPicPr>
          <p:cNvPr id="185" name="Google Shape;185;p26" title="Screenshot 2026-05-07 001728.png"/>
          <p:cNvPicPr preferRelativeResize="0"/>
          <p:nvPr/>
        </p:nvPicPr>
        <p:blipFill>
          <a:blip r:embed="rId5">
            <a:alphaModFix/>
          </a:blip>
          <a:stretch>
            <a:fillRect/>
          </a:stretch>
        </p:blipFill>
        <p:spPr>
          <a:xfrm>
            <a:off x="265030" y="2921325"/>
            <a:ext cx="2638425" cy="1638300"/>
          </a:xfrm>
          <a:prstGeom prst="rect">
            <a:avLst/>
          </a:prstGeom>
          <a:noFill/>
          <a:ln>
            <a:noFill/>
          </a:ln>
        </p:spPr>
      </p:pic>
      <p:sp>
        <p:nvSpPr>
          <p:cNvPr id="186" name="Google Shape;186;p26"/>
          <p:cNvSpPr/>
          <p:nvPr/>
        </p:nvSpPr>
        <p:spPr>
          <a:xfrm>
            <a:off x="290375" y="4144225"/>
            <a:ext cx="1911000" cy="1929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
        <p:nvSpPr>
          <p:cNvPr id="187" name="Google Shape;187;p26"/>
          <p:cNvSpPr/>
          <p:nvPr/>
        </p:nvSpPr>
        <p:spPr>
          <a:xfrm>
            <a:off x="4844450" y="2475300"/>
            <a:ext cx="1065000" cy="1929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Source Sans 3"/>
              <a:ea typeface="Source Sans 3"/>
              <a:cs typeface="Source Sans 3"/>
              <a:sym typeface="Source Sans 3"/>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Quarter Plan</a:t>
            </a:r>
            <a:endParaRPr/>
          </a:p>
        </p:txBody>
      </p:sp>
      <p:sp>
        <p:nvSpPr>
          <p:cNvPr id="193" name="Google Shape;193;p27"/>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194" name="Google Shape;194;p27"/>
          <p:cNvSpPr txBox="1"/>
          <p:nvPr/>
        </p:nvSpPr>
        <p:spPr>
          <a:xfrm>
            <a:off x="282050" y="1229750"/>
            <a:ext cx="4503900" cy="4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highlight>
                  <a:srgbClr val="FFFFFF"/>
                </a:highlight>
              </a:rPr>
              <a:t>Remaining Milestones in the Gantt chart form: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pic>
        <p:nvPicPr>
          <p:cNvPr id="195" name="Google Shape;195;p27"/>
          <p:cNvPicPr preferRelativeResize="0"/>
          <p:nvPr/>
        </p:nvPicPr>
        <p:blipFill>
          <a:blip r:embed="rId3">
            <a:alphaModFix/>
          </a:blip>
          <a:stretch>
            <a:fillRect/>
          </a:stretch>
        </p:blipFill>
        <p:spPr>
          <a:xfrm>
            <a:off x="282062" y="1754375"/>
            <a:ext cx="8579875" cy="1944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457200" y="402336"/>
            <a:ext cx="6375300" cy="65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Conclusion</a:t>
            </a:r>
            <a:endParaRPr/>
          </a:p>
        </p:txBody>
      </p:sp>
      <p:sp>
        <p:nvSpPr>
          <p:cNvPr id="201" name="Google Shape;201;p28"/>
          <p:cNvSpPr txBox="1"/>
          <p:nvPr>
            <p:ph idx="12" type="sldNum"/>
          </p:nvPr>
        </p:nvSpPr>
        <p:spPr>
          <a:xfrm>
            <a:off x="182880" y="4854549"/>
            <a:ext cx="274200" cy="2190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lt1"/>
              </a:buClr>
              <a:buSzPts val="900"/>
              <a:buFont typeface="Source Sans 3"/>
              <a:buNone/>
            </a:pPr>
            <a:fld id="{00000000-1234-1234-1234-123412341234}" type="slidenum">
              <a:rPr lang="en-US"/>
              <a:t>‹#›</a:t>
            </a:fld>
            <a:endParaRPr/>
          </a:p>
        </p:txBody>
      </p:sp>
      <p:sp>
        <p:nvSpPr>
          <p:cNvPr id="202" name="Google Shape;202;p28"/>
          <p:cNvSpPr txBox="1"/>
          <p:nvPr/>
        </p:nvSpPr>
        <p:spPr>
          <a:xfrm>
            <a:off x="457075" y="1053925"/>
            <a:ext cx="8229600" cy="380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Progress Summary</a:t>
            </a:r>
            <a:r>
              <a:rPr lang="en-US" sz="1800">
                <a:highlight>
                  <a:srgbClr val="FFFFFF"/>
                </a:highlight>
                <a:latin typeface="Source Sans 3"/>
                <a:ea typeface="Source Sans 3"/>
                <a:cs typeface="Source Sans 3"/>
                <a:sym typeface="Source Sans 3"/>
              </a:rPr>
              <a:t>:</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Built end-to-end pipeline</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Identified major failure points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Improved performance through model choice</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Key Problems: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Domain shift and low resolution data</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rPr lang="en-US" sz="1800">
                <a:highlight>
                  <a:srgbClr val="FFFFFF"/>
                </a:highlight>
                <a:latin typeface="Source Sans 3"/>
                <a:ea typeface="Source Sans 3"/>
                <a:cs typeface="Source Sans 3"/>
                <a:sym typeface="Source Sans 3"/>
              </a:rPr>
              <a:t>Future Plans:</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Image preprocessing</a:t>
            </a:r>
            <a:endParaRPr sz="1800">
              <a:highlight>
                <a:srgbClr val="FFFFFF"/>
              </a:highlight>
              <a:latin typeface="Source Sans 3"/>
              <a:ea typeface="Source Sans 3"/>
              <a:cs typeface="Source Sans 3"/>
              <a:sym typeface="Source Sans 3"/>
            </a:endParaRPr>
          </a:p>
          <a:p>
            <a:pPr indent="-342900" lvl="0" marL="457200" rtl="0" algn="l">
              <a:spcBef>
                <a:spcPts val="0"/>
              </a:spcBef>
              <a:spcAft>
                <a:spcPts val="0"/>
              </a:spcAft>
              <a:buSzPts val="1800"/>
              <a:buFont typeface="Source Sans 3"/>
              <a:buChar char="●"/>
            </a:pPr>
            <a:r>
              <a:rPr lang="en-US" sz="1800">
                <a:highlight>
                  <a:srgbClr val="FFFFFF"/>
                </a:highlight>
                <a:latin typeface="Source Sans 3"/>
                <a:ea typeface="Source Sans 3"/>
                <a:cs typeface="Source Sans 3"/>
                <a:sym typeface="Source Sans 3"/>
              </a:rPr>
              <a:t>Compare rf_detr, SAM3, combined approach for segmentation</a:t>
            </a:r>
            <a:endParaRPr sz="1800">
              <a:highlight>
                <a:srgbClr val="FFFFFF"/>
              </a:highlight>
              <a:latin typeface="Source Sans 3"/>
              <a:ea typeface="Source Sans 3"/>
              <a:cs typeface="Source Sans 3"/>
              <a:sym typeface="Source Sans 3"/>
            </a:endParaRPr>
          </a:p>
          <a:p>
            <a:pPr indent="0" lvl="0" marL="0" rtl="0" algn="l">
              <a:spcBef>
                <a:spcPts val="0"/>
              </a:spcBef>
              <a:spcAft>
                <a:spcPts val="0"/>
              </a:spcAft>
              <a:buNone/>
            </a:pPr>
            <a:r>
              <a:t/>
            </a:r>
            <a:endParaRPr sz="1100"/>
          </a:p>
          <a:p>
            <a:pPr indent="0" lvl="0" marL="0" rtl="0" algn="l">
              <a:lnSpc>
                <a:spcPct val="115000"/>
              </a:lnSpc>
              <a:spcBef>
                <a:spcPts val="0"/>
              </a:spcBef>
              <a:spcAft>
                <a:spcPts val="0"/>
              </a:spcAft>
              <a:buNone/>
            </a:pPr>
            <a:r>
              <a:t/>
            </a:r>
            <a:endParaRPr sz="1200">
              <a:highlight>
                <a:srgbClr val="FFFFFF"/>
              </a:highlight>
            </a:endParaRPr>
          </a:p>
          <a:p>
            <a:pPr indent="0" lvl="0" marL="0" rtl="0" algn="l">
              <a:spcBef>
                <a:spcPts val="0"/>
              </a:spcBef>
              <a:spcAft>
                <a:spcPts val="0"/>
              </a:spcAft>
              <a:buNone/>
            </a:pPr>
            <a:r>
              <a:t/>
            </a:r>
            <a:endParaRPr sz="1200">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nd Gold">
  <a:themeElements>
    <a:clrScheme name="Blue &amp; Gold">
      <a:dk1>
        <a:srgbClr val="182B48"/>
      </a:dk1>
      <a:lt1>
        <a:srgbClr val="FFCC00"/>
      </a:lt1>
      <a:dk2>
        <a:srgbClr val="182B48"/>
      </a:dk2>
      <a:lt2>
        <a:srgbClr val="FEFFFF"/>
      </a:lt2>
      <a:accent1>
        <a:srgbClr val="00629B"/>
      </a:accent1>
      <a:accent2>
        <a:srgbClr val="FFCC00"/>
      </a:accent2>
      <a:accent3>
        <a:srgbClr val="182B48"/>
      </a:accent3>
      <a:accent4>
        <a:srgbClr val="C59114"/>
      </a:accent4>
      <a:accent5>
        <a:srgbClr val="747578"/>
      </a:accent5>
      <a:accent6>
        <a:srgbClr val="FFCC00"/>
      </a:accent6>
      <a:hlink>
        <a:srgbClr val="00629B"/>
      </a:hlink>
      <a:folHlink>
        <a:srgbClr val="7475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